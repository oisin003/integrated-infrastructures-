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3" r:id="rId4"/>
    <p:sldId id="260" r:id="rId5"/>
    <p:sldId id="331" r:id="rId6"/>
    <p:sldId id="332" r:id="rId7"/>
    <p:sldId id="261" r:id="rId8"/>
    <p:sldId id="357" r:id="rId9"/>
    <p:sldId id="258" r:id="rId10"/>
    <p:sldId id="259" r:id="rId11"/>
    <p:sldId id="262" r:id="rId12"/>
    <p:sldId id="263" r:id="rId13"/>
    <p:sldId id="264" r:id="rId14"/>
    <p:sldId id="305" r:id="rId15"/>
    <p:sldId id="265" r:id="rId16"/>
    <p:sldId id="296" r:id="rId17"/>
    <p:sldId id="266" r:id="rId18"/>
    <p:sldId id="300" r:id="rId19"/>
    <p:sldId id="308" r:id="rId20"/>
    <p:sldId id="320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7" r:id="rId29"/>
    <p:sldId id="318" r:id="rId30"/>
    <p:sldId id="267" r:id="rId31"/>
    <p:sldId id="268" r:id="rId32"/>
    <p:sldId id="297" r:id="rId33"/>
    <p:sldId id="269" r:id="rId34"/>
    <p:sldId id="270" r:id="rId35"/>
    <p:sldId id="301" r:id="rId36"/>
    <p:sldId id="285" r:id="rId37"/>
    <p:sldId id="287" r:id="rId38"/>
    <p:sldId id="286" r:id="rId39"/>
    <p:sldId id="293" r:id="rId40"/>
    <p:sldId id="304" r:id="rId41"/>
    <p:sldId id="321" r:id="rId42"/>
    <p:sldId id="323" r:id="rId43"/>
    <p:sldId id="334" r:id="rId44"/>
    <p:sldId id="329" r:id="rId45"/>
    <p:sldId id="322" r:id="rId46"/>
    <p:sldId id="325" r:id="rId47"/>
    <p:sldId id="324" r:id="rId48"/>
    <p:sldId id="292" r:id="rId49"/>
    <p:sldId id="344" r:id="rId50"/>
    <p:sldId id="327" r:id="rId51"/>
    <p:sldId id="328" r:id="rId52"/>
    <p:sldId id="294" r:id="rId53"/>
    <p:sldId id="351" r:id="rId54"/>
    <p:sldId id="352" r:id="rId55"/>
    <p:sldId id="353" r:id="rId56"/>
    <p:sldId id="354" r:id="rId57"/>
    <p:sldId id="355" r:id="rId58"/>
    <p:sldId id="356" r:id="rId59"/>
    <p:sldId id="302" r:id="rId60"/>
    <p:sldId id="278" r:id="rId61"/>
    <p:sldId id="280" r:id="rId62"/>
    <p:sldId id="303" r:id="rId63"/>
    <p:sldId id="299" r:id="rId64"/>
    <p:sldId id="281" r:id="rId65"/>
    <p:sldId id="350" r:id="rId66"/>
    <p:sldId id="282" r:id="rId67"/>
    <p:sldId id="306" r:id="rId68"/>
    <p:sldId id="307" r:id="rId69"/>
    <p:sldId id="335" r:id="rId70"/>
    <p:sldId id="345" r:id="rId71"/>
    <p:sldId id="346" r:id="rId72"/>
    <p:sldId id="347" r:id="rId73"/>
    <p:sldId id="348" r:id="rId74"/>
    <p:sldId id="337" r:id="rId75"/>
    <p:sldId id="283" r:id="rId76"/>
    <p:sldId id="339" r:id="rId77"/>
    <p:sldId id="336" r:id="rId78"/>
    <p:sldId id="338" r:id="rId79"/>
    <p:sldId id="342" r:id="rId80"/>
    <p:sldId id="284" r:id="rId81"/>
    <p:sldId id="271" r:id="rId82"/>
    <p:sldId id="340" r:id="rId83"/>
    <p:sldId id="272" r:id="rId84"/>
    <p:sldId id="273" r:id="rId85"/>
    <p:sldId id="330" r:id="rId86"/>
    <p:sldId id="274" r:id="rId87"/>
    <p:sldId id="275" r:id="rId88"/>
    <p:sldId id="276" r:id="rId89"/>
    <p:sldId id="277" r:id="rId90"/>
    <p:sldId id="298" r:id="rId91"/>
    <p:sldId id="341" r:id="rId92"/>
    <p:sldId id="279" r:id="rId93"/>
    <p:sldId id="295" r:id="rId9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69B2FB-4B37-4647-9B4A-9F03C26709CA}" v="2" dt="2023-11-06T16:05:25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85" autoAdjust="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4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BAB7A9-563D-4D74-9FC8-DB6ADB59AC2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A5E4A5-0890-4254-AC62-2B08674748C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Routing Protocol Messages</a:t>
          </a:r>
          <a:endParaRPr lang="en-US"/>
        </a:p>
      </dgm:t>
    </dgm:pt>
    <dgm:pt modelId="{04FBBC1D-0F5A-43BF-9C6B-7C9E13E8D123}" type="parTrans" cxnId="{0427A0C0-2064-498F-B4D2-97F5B2EC8B68}">
      <dgm:prSet/>
      <dgm:spPr/>
      <dgm:t>
        <a:bodyPr/>
        <a:lstStyle/>
        <a:p>
          <a:endParaRPr lang="en-US"/>
        </a:p>
      </dgm:t>
    </dgm:pt>
    <dgm:pt modelId="{C050C101-CE23-4CB6-82AD-E77FCE40367E}" type="sibTrans" cxnId="{0427A0C0-2064-498F-B4D2-97F5B2EC8B68}">
      <dgm:prSet/>
      <dgm:spPr/>
      <dgm:t>
        <a:bodyPr/>
        <a:lstStyle/>
        <a:p>
          <a:endParaRPr lang="en-US"/>
        </a:p>
      </dgm:t>
    </dgm:pt>
    <dgm:pt modelId="{A680E0FE-8819-442F-B043-7C27D0BEDDA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 Structures</a:t>
          </a:r>
          <a:endParaRPr lang="en-US"/>
        </a:p>
      </dgm:t>
    </dgm:pt>
    <dgm:pt modelId="{E27047BD-57B1-427A-A0C8-1B3D29A3A291}" type="parTrans" cxnId="{B8A99FEF-F021-4929-A816-50F6A4984F07}">
      <dgm:prSet/>
      <dgm:spPr/>
      <dgm:t>
        <a:bodyPr/>
        <a:lstStyle/>
        <a:p>
          <a:endParaRPr lang="en-US"/>
        </a:p>
      </dgm:t>
    </dgm:pt>
    <dgm:pt modelId="{C3B92795-6748-4894-9F55-3AFA74FDB4DF}" type="sibTrans" cxnId="{B8A99FEF-F021-4929-A816-50F6A4984F07}">
      <dgm:prSet/>
      <dgm:spPr/>
      <dgm:t>
        <a:bodyPr/>
        <a:lstStyle/>
        <a:p>
          <a:endParaRPr lang="en-US"/>
        </a:p>
      </dgm:t>
    </dgm:pt>
    <dgm:pt modelId="{6E676B69-937A-44B0-B0C1-6CFA60522E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Algorithm</a:t>
          </a:r>
          <a:endParaRPr lang="en-US"/>
        </a:p>
      </dgm:t>
    </dgm:pt>
    <dgm:pt modelId="{B7413334-607B-4C91-8B29-8A21099305D9}" type="parTrans" cxnId="{E3C4A052-43BF-41C3-94E4-00ABD8F59882}">
      <dgm:prSet/>
      <dgm:spPr/>
      <dgm:t>
        <a:bodyPr/>
        <a:lstStyle/>
        <a:p>
          <a:endParaRPr lang="en-US"/>
        </a:p>
      </dgm:t>
    </dgm:pt>
    <dgm:pt modelId="{237F72D6-63E1-4855-BB90-3410C07C397B}" type="sibTrans" cxnId="{E3C4A052-43BF-41C3-94E4-00ABD8F59882}">
      <dgm:prSet/>
      <dgm:spPr/>
      <dgm:t>
        <a:bodyPr/>
        <a:lstStyle/>
        <a:p>
          <a:endParaRPr lang="en-US"/>
        </a:p>
      </dgm:t>
    </dgm:pt>
    <dgm:pt modelId="{D9502F36-EA35-4EB1-BBB0-6029E6893BF1}" type="pres">
      <dgm:prSet presAssocID="{B3BAB7A9-563D-4D74-9FC8-DB6ADB59AC29}" presName="root" presStyleCnt="0">
        <dgm:presLayoutVars>
          <dgm:dir/>
          <dgm:resizeHandles val="exact"/>
        </dgm:presLayoutVars>
      </dgm:prSet>
      <dgm:spPr/>
    </dgm:pt>
    <dgm:pt modelId="{D198A809-57C0-4313-95A6-DF0CD22C0531}" type="pres">
      <dgm:prSet presAssocID="{2DA5E4A5-0890-4254-AC62-2B08674748C6}" presName="compNode" presStyleCnt="0"/>
      <dgm:spPr/>
    </dgm:pt>
    <dgm:pt modelId="{7D053330-C92E-4E5F-BDEA-E3E0E28594FA}" type="pres">
      <dgm:prSet presAssocID="{2DA5E4A5-0890-4254-AC62-2B08674748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E164B73-CA62-427E-AFF8-0421B3FF43E4}" type="pres">
      <dgm:prSet presAssocID="{2DA5E4A5-0890-4254-AC62-2B08674748C6}" presName="spaceRect" presStyleCnt="0"/>
      <dgm:spPr/>
    </dgm:pt>
    <dgm:pt modelId="{8FFDA689-19BF-4E66-B817-964A1C4D4D44}" type="pres">
      <dgm:prSet presAssocID="{2DA5E4A5-0890-4254-AC62-2B08674748C6}" presName="textRect" presStyleLbl="revTx" presStyleIdx="0" presStyleCnt="3">
        <dgm:presLayoutVars>
          <dgm:chMax val="1"/>
          <dgm:chPref val="1"/>
        </dgm:presLayoutVars>
      </dgm:prSet>
      <dgm:spPr/>
    </dgm:pt>
    <dgm:pt modelId="{93572F34-8530-42EB-BC28-94C3E47AC250}" type="pres">
      <dgm:prSet presAssocID="{C050C101-CE23-4CB6-82AD-E77FCE40367E}" presName="sibTrans" presStyleCnt="0"/>
      <dgm:spPr/>
    </dgm:pt>
    <dgm:pt modelId="{735AF17B-C4E9-420C-9406-49BA68C8D278}" type="pres">
      <dgm:prSet presAssocID="{A680E0FE-8819-442F-B043-7C27D0BEDDA1}" presName="compNode" presStyleCnt="0"/>
      <dgm:spPr/>
    </dgm:pt>
    <dgm:pt modelId="{FD479923-E801-47E2-8A0B-919B756FCB40}" type="pres">
      <dgm:prSet presAssocID="{A680E0FE-8819-442F-B043-7C27D0BEDD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906C57D-00F2-4830-916F-41EBA28DC94E}" type="pres">
      <dgm:prSet presAssocID="{A680E0FE-8819-442F-B043-7C27D0BEDDA1}" presName="spaceRect" presStyleCnt="0"/>
      <dgm:spPr/>
    </dgm:pt>
    <dgm:pt modelId="{51DD3488-E835-4571-8060-CF180BD03645}" type="pres">
      <dgm:prSet presAssocID="{A680E0FE-8819-442F-B043-7C27D0BEDDA1}" presName="textRect" presStyleLbl="revTx" presStyleIdx="1" presStyleCnt="3">
        <dgm:presLayoutVars>
          <dgm:chMax val="1"/>
          <dgm:chPref val="1"/>
        </dgm:presLayoutVars>
      </dgm:prSet>
      <dgm:spPr/>
    </dgm:pt>
    <dgm:pt modelId="{AC6AD5A7-8240-4D63-8EF5-450A906C4936}" type="pres">
      <dgm:prSet presAssocID="{C3B92795-6748-4894-9F55-3AFA74FDB4DF}" presName="sibTrans" presStyleCnt="0"/>
      <dgm:spPr/>
    </dgm:pt>
    <dgm:pt modelId="{4F36B1E0-BDB1-4CF8-BF30-3BDB47DFCFD8}" type="pres">
      <dgm:prSet presAssocID="{6E676B69-937A-44B0-B0C1-6CFA60522E8B}" presName="compNode" presStyleCnt="0"/>
      <dgm:spPr/>
    </dgm:pt>
    <dgm:pt modelId="{47EC2D8C-172D-4C1D-8108-78D14FA34F13}" type="pres">
      <dgm:prSet presAssocID="{6E676B69-937A-44B0-B0C1-6CFA60522E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CB3BB3A-5FB6-47DF-9A63-253D9D44BA18}" type="pres">
      <dgm:prSet presAssocID="{6E676B69-937A-44B0-B0C1-6CFA60522E8B}" presName="spaceRect" presStyleCnt="0"/>
      <dgm:spPr/>
    </dgm:pt>
    <dgm:pt modelId="{343DC230-6893-45E2-9519-5C2800A95EB2}" type="pres">
      <dgm:prSet presAssocID="{6E676B69-937A-44B0-B0C1-6CFA60522E8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F71A634-134A-419E-93CA-19E12A7758B9}" type="presOf" srcId="{2DA5E4A5-0890-4254-AC62-2B08674748C6}" destId="{8FFDA689-19BF-4E66-B817-964A1C4D4D44}" srcOrd="0" destOrd="0" presId="urn:microsoft.com/office/officeart/2018/2/layout/IconLabelList"/>
    <dgm:cxn modelId="{65B8D76B-714B-4ECF-94A0-DDF4D7881704}" type="presOf" srcId="{6E676B69-937A-44B0-B0C1-6CFA60522E8B}" destId="{343DC230-6893-45E2-9519-5C2800A95EB2}" srcOrd="0" destOrd="0" presId="urn:microsoft.com/office/officeart/2018/2/layout/IconLabelList"/>
    <dgm:cxn modelId="{E3C4A052-43BF-41C3-94E4-00ABD8F59882}" srcId="{B3BAB7A9-563D-4D74-9FC8-DB6ADB59AC29}" destId="{6E676B69-937A-44B0-B0C1-6CFA60522E8B}" srcOrd="2" destOrd="0" parTransId="{B7413334-607B-4C91-8B29-8A21099305D9}" sibTransId="{237F72D6-63E1-4855-BB90-3410C07C397B}"/>
    <dgm:cxn modelId="{ED710476-63AF-4D0F-933F-15A55601BDDB}" type="presOf" srcId="{A680E0FE-8819-442F-B043-7C27D0BEDDA1}" destId="{51DD3488-E835-4571-8060-CF180BD03645}" srcOrd="0" destOrd="0" presId="urn:microsoft.com/office/officeart/2018/2/layout/IconLabelList"/>
    <dgm:cxn modelId="{67C063A5-13D9-42EB-BF14-B187AD8D0DF6}" type="presOf" srcId="{B3BAB7A9-563D-4D74-9FC8-DB6ADB59AC29}" destId="{D9502F36-EA35-4EB1-BBB0-6029E6893BF1}" srcOrd="0" destOrd="0" presId="urn:microsoft.com/office/officeart/2018/2/layout/IconLabelList"/>
    <dgm:cxn modelId="{0427A0C0-2064-498F-B4D2-97F5B2EC8B68}" srcId="{B3BAB7A9-563D-4D74-9FC8-DB6ADB59AC29}" destId="{2DA5E4A5-0890-4254-AC62-2B08674748C6}" srcOrd="0" destOrd="0" parTransId="{04FBBC1D-0F5A-43BF-9C6B-7C9E13E8D123}" sibTransId="{C050C101-CE23-4CB6-82AD-E77FCE40367E}"/>
    <dgm:cxn modelId="{B8A99FEF-F021-4929-A816-50F6A4984F07}" srcId="{B3BAB7A9-563D-4D74-9FC8-DB6ADB59AC29}" destId="{A680E0FE-8819-442F-B043-7C27D0BEDDA1}" srcOrd="1" destOrd="0" parTransId="{E27047BD-57B1-427A-A0C8-1B3D29A3A291}" sibTransId="{C3B92795-6748-4894-9F55-3AFA74FDB4DF}"/>
    <dgm:cxn modelId="{03247E4C-6267-428F-856E-4F0EC813F3B9}" type="presParOf" srcId="{D9502F36-EA35-4EB1-BBB0-6029E6893BF1}" destId="{D198A809-57C0-4313-95A6-DF0CD22C0531}" srcOrd="0" destOrd="0" presId="urn:microsoft.com/office/officeart/2018/2/layout/IconLabelList"/>
    <dgm:cxn modelId="{AA4B4F09-BA42-4406-B540-5C0EC9A675BE}" type="presParOf" srcId="{D198A809-57C0-4313-95A6-DF0CD22C0531}" destId="{7D053330-C92E-4E5F-BDEA-E3E0E28594FA}" srcOrd="0" destOrd="0" presId="urn:microsoft.com/office/officeart/2018/2/layout/IconLabelList"/>
    <dgm:cxn modelId="{F5695957-1991-46C1-A22F-09EED2A00093}" type="presParOf" srcId="{D198A809-57C0-4313-95A6-DF0CD22C0531}" destId="{4E164B73-CA62-427E-AFF8-0421B3FF43E4}" srcOrd="1" destOrd="0" presId="urn:microsoft.com/office/officeart/2018/2/layout/IconLabelList"/>
    <dgm:cxn modelId="{7DC26666-FB68-46B3-9ADC-683000A48F2B}" type="presParOf" srcId="{D198A809-57C0-4313-95A6-DF0CD22C0531}" destId="{8FFDA689-19BF-4E66-B817-964A1C4D4D44}" srcOrd="2" destOrd="0" presId="urn:microsoft.com/office/officeart/2018/2/layout/IconLabelList"/>
    <dgm:cxn modelId="{DFCE28EA-AF30-42B7-A41B-34ACCF6B2A22}" type="presParOf" srcId="{D9502F36-EA35-4EB1-BBB0-6029E6893BF1}" destId="{93572F34-8530-42EB-BC28-94C3E47AC250}" srcOrd="1" destOrd="0" presId="urn:microsoft.com/office/officeart/2018/2/layout/IconLabelList"/>
    <dgm:cxn modelId="{C3DB2040-6B85-4B7F-B909-3BD9EB8E0A94}" type="presParOf" srcId="{D9502F36-EA35-4EB1-BBB0-6029E6893BF1}" destId="{735AF17B-C4E9-420C-9406-49BA68C8D278}" srcOrd="2" destOrd="0" presId="urn:microsoft.com/office/officeart/2018/2/layout/IconLabelList"/>
    <dgm:cxn modelId="{4581662A-9553-4D77-B99A-441A0DBF9379}" type="presParOf" srcId="{735AF17B-C4E9-420C-9406-49BA68C8D278}" destId="{FD479923-E801-47E2-8A0B-919B756FCB40}" srcOrd="0" destOrd="0" presId="urn:microsoft.com/office/officeart/2018/2/layout/IconLabelList"/>
    <dgm:cxn modelId="{5FEC150B-AE9A-45CC-A501-C287491BD490}" type="presParOf" srcId="{735AF17B-C4E9-420C-9406-49BA68C8D278}" destId="{0906C57D-00F2-4830-916F-41EBA28DC94E}" srcOrd="1" destOrd="0" presId="urn:microsoft.com/office/officeart/2018/2/layout/IconLabelList"/>
    <dgm:cxn modelId="{7801D855-1D59-473E-879F-159FBC840F70}" type="presParOf" srcId="{735AF17B-C4E9-420C-9406-49BA68C8D278}" destId="{51DD3488-E835-4571-8060-CF180BD03645}" srcOrd="2" destOrd="0" presId="urn:microsoft.com/office/officeart/2018/2/layout/IconLabelList"/>
    <dgm:cxn modelId="{8F1DDF86-604B-4588-8F46-89D5971159D9}" type="presParOf" srcId="{D9502F36-EA35-4EB1-BBB0-6029E6893BF1}" destId="{AC6AD5A7-8240-4D63-8EF5-450A906C4936}" srcOrd="3" destOrd="0" presId="urn:microsoft.com/office/officeart/2018/2/layout/IconLabelList"/>
    <dgm:cxn modelId="{FDC711F3-DCB6-4669-9D0A-CF880A3044D7}" type="presParOf" srcId="{D9502F36-EA35-4EB1-BBB0-6029E6893BF1}" destId="{4F36B1E0-BDB1-4CF8-BF30-3BDB47DFCFD8}" srcOrd="4" destOrd="0" presId="urn:microsoft.com/office/officeart/2018/2/layout/IconLabelList"/>
    <dgm:cxn modelId="{1E8A3508-2CA0-4E58-8470-3F5F68204056}" type="presParOf" srcId="{4F36B1E0-BDB1-4CF8-BF30-3BDB47DFCFD8}" destId="{47EC2D8C-172D-4C1D-8108-78D14FA34F13}" srcOrd="0" destOrd="0" presId="urn:microsoft.com/office/officeart/2018/2/layout/IconLabelList"/>
    <dgm:cxn modelId="{C8612600-9CAF-4467-882F-AB98FB302106}" type="presParOf" srcId="{4F36B1E0-BDB1-4CF8-BF30-3BDB47DFCFD8}" destId="{FCB3BB3A-5FB6-47DF-9A63-253D9D44BA18}" srcOrd="1" destOrd="0" presId="urn:microsoft.com/office/officeart/2018/2/layout/IconLabelList"/>
    <dgm:cxn modelId="{C43BB292-7593-489C-A2C2-624BC83F6C47}" type="presParOf" srcId="{4F36B1E0-BDB1-4CF8-BF30-3BDB47DFCFD8}" destId="{343DC230-6893-45E2-9519-5C2800A95E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BFF62D-E30F-429A-AFEF-77287DB0A9B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65FEEB-31AD-4BC4-89C4-550284F44CAA}">
      <dgm:prSet/>
      <dgm:spPr/>
      <dgm:t>
        <a:bodyPr/>
        <a:lstStyle/>
        <a:p>
          <a:r>
            <a:rPr lang="en-GB"/>
            <a:t>The CPU processes the neighbour and topology tables using SPF algorithm.</a:t>
          </a:r>
          <a:endParaRPr lang="en-US"/>
        </a:p>
      </dgm:t>
    </dgm:pt>
    <dgm:pt modelId="{33A25B37-E0E8-4F7A-9E37-4F232763A478}" type="parTrans" cxnId="{A838C0CF-C2C4-4B27-854B-F3CC7E15C4F8}">
      <dgm:prSet/>
      <dgm:spPr/>
      <dgm:t>
        <a:bodyPr/>
        <a:lstStyle/>
        <a:p>
          <a:endParaRPr lang="en-US"/>
        </a:p>
      </dgm:t>
    </dgm:pt>
    <dgm:pt modelId="{9F8392F2-AF0D-4062-8AC2-D770BC0AE2CD}" type="sibTrans" cxnId="{A838C0CF-C2C4-4B27-854B-F3CC7E15C4F8}">
      <dgm:prSet/>
      <dgm:spPr/>
      <dgm:t>
        <a:bodyPr/>
        <a:lstStyle/>
        <a:p>
          <a:endParaRPr lang="en-US"/>
        </a:p>
      </dgm:t>
    </dgm:pt>
    <dgm:pt modelId="{051C8CF1-72AE-48FA-ABC3-4F4D48563DB8}">
      <dgm:prSet/>
      <dgm:spPr/>
      <dgm:t>
        <a:bodyPr/>
        <a:lstStyle/>
        <a:p>
          <a:r>
            <a:rPr lang="en-GB"/>
            <a:t>The SPF algorithm is based on the </a:t>
          </a:r>
          <a:r>
            <a:rPr lang="en-GB" u="sng"/>
            <a:t>cumulative cost </a:t>
          </a:r>
          <a:r>
            <a:rPr lang="en-GB"/>
            <a:t>to reach a destination.</a:t>
          </a:r>
          <a:endParaRPr lang="en-US"/>
        </a:p>
      </dgm:t>
    </dgm:pt>
    <dgm:pt modelId="{BD7EBD36-D4B1-4D98-99F4-BE521C84BC60}" type="parTrans" cxnId="{CE088836-B928-46C0-9446-1952064E3746}">
      <dgm:prSet/>
      <dgm:spPr/>
      <dgm:t>
        <a:bodyPr/>
        <a:lstStyle/>
        <a:p>
          <a:endParaRPr lang="en-US"/>
        </a:p>
      </dgm:t>
    </dgm:pt>
    <dgm:pt modelId="{20F2F564-DE16-4D4A-BFA3-652670A68E6E}" type="sibTrans" cxnId="{CE088836-B928-46C0-9446-1952064E3746}">
      <dgm:prSet/>
      <dgm:spPr/>
      <dgm:t>
        <a:bodyPr/>
        <a:lstStyle/>
        <a:p>
          <a:endParaRPr lang="en-US"/>
        </a:p>
      </dgm:t>
    </dgm:pt>
    <dgm:pt modelId="{B2FE67B5-FAF3-4FD4-9A07-5BD0C1B8EB93}">
      <dgm:prSet/>
      <dgm:spPr/>
      <dgm:t>
        <a:bodyPr/>
        <a:lstStyle/>
        <a:p>
          <a:r>
            <a:rPr lang="en-GB"/>
            <a:t>Metric =Cost</a:t>
          </a:r>
          <a:endParaRPr lang="en-US"/>
        </a:p>
      </dgm:t>
    </dgm:pt>
    <dgm:pt modelId="{A20C463D-6759-4BD8-BB61-BB7B82E2855B}" type="parTrans" cxnId="{F9B269A0-E4F1-4A54-B360-88DF9752D648}">
      <dgm:prSet/>
      <dgm:spPr/>
      <dgm:t>
        <a:bodyPr/>
        <a:lstStyle/>
        <a:p>
          <a:endParaRPr lang="en-US"/>
        </a:p>
      </dgm:t>
    </dgm:pt>
    <dgm:pt modelId="{B5EE67F7-95E3-45A1-AD0E-F58DC1E05206}" type="sibTrans" cxnId="{F9B269A0-E4F1-4A54-B360-88DF9752D648}">
      <dgm:prSet/>
      <dgm:spPr/>
      <dgm:t>
        <a:bodyPr/>
        <a:lstStyle/>
        <a:p>
          <a:endParaRPr lang="en-US"/>
        </a:p>
      </dgm:t>
    </dgm:pt>
    <dgm:pt modelId="{8B990017-2B27-4E43-BD72-0B4C10955EB2}" type="pres">
      <dgm:prSet presAssocID="{E8BFF62D-E30F-429A-AFEF-77287DB0A9B9}" presName="linear" presStyleCnt="0">
        <dgm:presLayoutVars>
          <dgm:animLvl val="lvl"/>
          <dgm:resizeHandles val="exact"/>
        </dgm:presLayoutVars>
      </dgm:prSet>
      <dgm:spPr/>
    </dgm:pt>
    <dgm:pt modelId="{94534A04-3BB4-439A-8973-7493C4B40609}" type="pres">
      <dgm:prSet presAssocID="{0865FEEB-31AD-4BC4-89C4-550284F44C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EFE628-1131-454D-850E-16596049F029}" type="pres">
      <dgm:prSet presAssocID="{9F8392F2-AF0D-4062-8AC2-D770BC0AE2CD}" presName="spacer" presStyleCnt="0"/>
      <dgm:spPr/>
    </dgm:pt>
    <dgm:pt modelId="{463D61B7-875D-491C-B3C6-2199F0EB5995}" type="pres">
      <dgm:prSet presAssocID="{051C8CF1-72AE-48FA-ABC3-4F4D48563D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457BBB-2FA7-4C9C-8776-39A5AFFBF1CC}" type="pres">
      <dgm:prSet presAssocID="{20F2F564-DE16-4D4A-BFA3-652670A68E6E}" presName="spacer" presStyleCnt="0"/>
      <dgm:spPr/>
    </dgm:pt>
    <dgm:pt modelId="{24445014-24DE-4447-82EB-E086D1F81CFC}" type="pres">
      <dgm:prSet presAssocID="{B2FE67B5-FAF3-4FD4-9A07-5BD0C1B8EB9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D27F16-8ADA-42CC-A6A5-891AF849F146}" type="presOf" srcId="{E8BFF62D-E30F-429A-AFEF-77287DB0A9B9}" destId="{8B990017-2B27-4E43-BD72-0B4C10955EB2}" srcOrd="0" destOrd="0" presId="urn:microsoft.com/office/officeart/2005/8/layout/vList2"/>
    <dgm:cxn modelId="{CE088836-B928-46C0-9446-1952064E3746}" srcId="{E8BFF62D-E30F-429A-AFEF-77287DB0A9B9}" destId="{051C8CF1-72AE-48FA-ABC3-4F4D48563DB8}" srcOrd="1" destOrd="0" parTransId="{BD7EBD36-D4B1-4D98-99F4-BE521C84BC60}" sibTransId="{20F2F564-DE16-4D4A-BFA3-652670A68E6E}"/>
    <dgm:cxn modelId="{A448794D-7AAA-4DB4-8992-B94CC3EEBE1F}" type="presOf" srcId="{B2FE67B5-FAF3-4FD4-9A07-5BD0C1B8EB93}" destId="{24445014-24DE-4447-82EB-E086D1F81CFC}" srcOrd="0" destOrd="0" presId="urn:microsoft.com/office/officeart/2005/8/layout/vList2"/>
    <dgm:cxn modelId="{4F96D38E-1C98-4BD1-B878-1D69A5B4D7BC}" type="presOf" srcId="{051C8CF1-72AE-48FA-ABC3-4F4D48563DB8}" destId="{463D61B7-875D-491C-B3C6-2199F0EB5995}" srcOrd="0" destOrd="0" presId="urn:microsoft.com/office/officeart/2005/8/layout/vList2"/>
    <dgm:cxn modelId="{F9B269A0-E4F1-4A54-B360-88DF9752D648}" srcId="{E8BFF62D-E30F-429A-AFEF-77287DB0A9B9}" destId="{B2FE67B5-FAF3-4FD4-9A07-5BD0C1B8EB93}" srcOrd="2" destOrd="0" parTransId="{A20C463D-6759-4BD8-BB61-BB7B82E2855B}" sibTransId="{B5EE67F7-95E3-45A1-AD0E-F58DC1E05206}"/>
    <dgm:cxn modelId="{F5C911C3-71FF-4662-A5A3-89002B6BF8BD}" type="presOf" srcId="{0865FEEB-31AD-4BC4-89C4-550284F44CAA}" destId="{94534A04-3BB4-439A-8973-7493C4B40609}" srcOrd="0" destOrd="0" presId="urn:microsoft.com/office/officeart/2005/8/layout/vList2"/>
    <dgm:cxn modelId="{A838C0CF-C2C4-4B27-854B-F3CC7E15C4F8}" srcId="{E8BFF62D-E30F-429A-AFEF-77287DB0A9B9}" destId="{0865FEEB-31AD-4BC4-89C4-550284F44CAA}" srcOrd="0" destOrd="0" parTransId="{33A25B37-E0E8-4F7A-9E37-4F232763A478}" sibTransId="{9F8392F2-AF0D-4062-8AC2-D770BC0AE2CD}"/>
    <dgm:cxn modelId="{24329217-62DE-486F-AF53-8018AB7288FA}" type="presParOf" srcId="{8B990017-2B27-4E43-BD72-0B4C10955EB2}" destId="{94534A04-3BB4-439A-8973-7493C4B40609}" srcOrd="0" destOrd="0" presId="urn:microsoft.com/office/officeart/2005/8/layout/vList2"/>
    <dgm:cxn modelId="{E4353BEA-FC36-477F-AEC5-C35703BBF354}" type="presParOf" srcId="{8B990017-2B27-4E43-BD72-0B4C10955EB2}" destId="{1AEFE628-1131-454D-850E-16596049F029}" srcOrd="1" destOrd="0" presId="urn:microsoft.com/office/officeart/2005/8/layout/vList2"/>
    <dgm:cxn modelId="{82A11FBC-AD2E-4E13-B482-6B3C36CFEBD0}" type="presParOf" srcId="{8B990017-2B27-4E43-BD72-0B4C10955EB2}" destId="{463D61B7-875D-491C-B3C6-2199F0EB5995}" srcOrd="2" destOrd="0" presId="urn:microsoft.com/office/officeart/2005/8/layout/vList2"/>
    <dgm:cxn modelId="{C8A94CD1-7C4F-4887-B11D-F9509CAC7CEA}" type="presParOf" srcId="{8B990017-2B27-4E43-BD72-0B4C10955EB2}" destId="{05457BBB-2FA7-4C9C-8776-39A5AFFBF1CC}" srcOrd="3" destOrd="0" presId="urn:microsoft.com/office/officeart/2005/8/layout/vList2"/>
    <dgm:cxn modelId="{B40A74AE-3698-4576-8C5F-EE7B9D5725B2}" type="presParOf" srcId="{8B990017-2B27-4E43-BD72-0B4C10955EB2}" destId="{24445014-24DE-4447-82EB-E086D1F81CF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29CC1C-594D-4D7A-B9B0-FC8FA6B5202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FE5DAB8-76D7-45EA-B07A-B60E511AC3B2}">
      <dgm:prSet/>
      <dgm:spPr/>
      <dgm:t>
        <a:bodyPr/>
        <a:lstStyle/>
        <a:p>
          <a:r>
            <a:rPr lang="en-GB"/>
            <a:t>The SPF algorithm creates a SPF tree by placing each router at the root/top of the tree and calculating the shortest path to each node. </a:t>
          </a:r>
          <a:endParaRPr lang="en-US"/>
        </a:p>
      </dgm:t>
    </dgm:pt>
    <dgm:pt modelId="{6BF2022B-75BF-48AF-89ED-D251BA1CFC40}" type="parTrans" cxnId="{FEA2EBC4-0A40-4EA4-BF43-022A13102E03}">
      <dgm:prSet/>
      <dgm:spPr/>
      <dgm:t>
        <a:bodyPr/>
        <a:lstStyle/>
        <a:p>
          <a:endParaRPr lang="en-US"/>
        </a:p>
      </dgm:t>
    </dgm:pt>
    <dgm:pt modelId="{E5FF5DAF-D6DA-47F7-95BD-EC4BC8E9203D}" type="sibTrans" cxnId="{FEA2EBC4-0A40-4EA4-BF43-022A13102E03}">
      <dgm:prSet/>
      <dgm:spPr/>
      <dgm:t>
        <a:bodyPr/>
        <a:lstStyle/>
        <a:p>
          <a:endParaRPr lang="en-US"/>
        </a:p>
      </dgm:t>
    </dgm:pt>
    <dgm:pt modelId="{FA50AF6C-2B4D-40F0-BDC3-B1E7AB0E764C}">
      <dgm:prSet/>
      <dgm:spPr/>
      <dgm:t>
        <a:bodyPr/>
        <a:lstStyle/>
        <a:p>
          <a:r>
            <a:rPr lang="en-GB"/>
            <a:t>The SPF tree is then used to calculate the best routes. </a:t>
          </a:r>
          <a:endParaRPr lang="en-US"/>
        </a:p>
      </dgm:t>
    </dgm:pt>
    <dgm:pt modelId="{1E7F6B1E-CDAE-44F6-BB6E-2E5FF796CB8C}" type="parTrans" cxnId="{53B12150-6E18-424E-83B6-27DF046713DB}">
      <dgm:prSet/>
      <dgm:spPr/>
      <dgm:t>
        <a:bodyPr/>
        <a:lstStyle/>
        <a:p>
          <a:endParaRPr lang="en-US"/>
        </a:p>
      </dgm:t>
    </dgm:pt>
    <dgm:pt modelId="{80F8C77C-7520-4E3D-87E6-51B59D3C3F6D}" type="sibTrans" cxnId="{53B12150-6E18-424E-83B6-27DF046713DB}">
      <dgm:prSet/>
      <dgm:spPr/>
      <dgm:t>
        <a:bodyPr/>
        <a:lstStyle/>
        <a:p>
          <a:endParaRPr lang="en-US"/>
        </a:p>
      </dgm:t>
    </dgm:pt>
    <dgm:pt modelId="{3E62176F-8C6D-4F00-845A-14DF3BE18750}">
      <dgm:prSet/>
      <dgm:spPr/>
      <dgm:t>
        <a:bodyPr/>
        <a:lstStyle/>
        <a:p>
          <a:r>
            <a:rPr lang="en-GB"/>
            <a:t>OSPF places the </a:t>
          </a:r>
          <a:r>
            <a:rPr lang="en-GB" u="sng"/>
            <a:t>best routes </a:t>
          </a:r>
          <a:r>
            <a:rPr lang="en-GB"/>
            <a:t>into the forwarding database, which is used to make the routing table.</a:t>
          </a:r>
          <a:endParaRPr lang="en-US"/>
        </a:p>
      </dgm:t>
    </dgm:pt>
    <dgm:pt modelId="{B8F219D7-2E41-46FB-9581-815EBB831A41}" type="parTrans" cxnId="{40E08BA4-263C-406F-9009-D36F99BBB331}">
      <dgm:prSet/>
      <dgm:spPr/>
      <dgm:t>
        <a:bodyPr/>
        <a:lstStyle/>
        <a:p>
          <a:endParaRPr lang="en-US"/>
        </a:p>
      </dgm:t>
    </dgm:pt>
    <dgm:pt modelId="{3658934C-211C-462F-B9B9-1D4AE15631E8}" type="sibTrans" cxnId="{40E08BA4-263C-406F-9009-D36F99BBB331}">
      <dgm:prSet/>
      <dgm:spPr/>
      <dgm:t>
        <a:bodyPr/>
        <a:lstStyle/>
        <a:p>
          <a:endParaRPr lang="en-US"/>
        </a:p>
      </dgm:t>
    </dgm:pt>
    <dgm:pt modelId="{F36B4696-EBAF-4941-9B3A-0CA78F3CCD15}" type="pres">
      <dgm:prSet presAssocID="{D529CC1C-594D-4D7A-B9B0-FC8FA6B52025}" presName="linear" presStyleCnt="0">
        <dgm:presLayoutVars>
          <dgm:animLvl val="lvl"/>
          <dgm:resizeHandles val="exact"/>
        </dgm:presLayoutVars>
      </dgm:prSet>
      <dgm:spPr/>
    </dgm:pt>
    <dgm:pt modelId="{5A542AC6-BB3D-480F-8E68-7880140ABB25}" type="pres">
      <dgm:prSet presAssocID="{2FE5DAB8-76D7-45EA-B07A-B60E511AC3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87B348-D32A-497A-BA39-F4102287DED9}" type="pres">
      <dgm:prSet presAssocID="{E5FF5DAF-D6DA-47F7-95BD-EC4BC8E9203D}" presName="spacer" presStyleCnt="0"/>
      <dgm:spPr/>
    </dgm:pt>
    <dgm:pt modelId="{9F83A635-B9F9-4E53-9689-91A89CFEF70E}" type="pres">
      <dgm:prSet presAssocID="{FA50AF6C-2B4D-40F0-BDC3-B1E7AB0E76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DC1E3A-5733-466B-817B-297C8609FAA5}" type="pres">
      <dgm:prSet presAssocID="{80F8C77C-7520-4E3D-87E6-51B59D3C3F6D}" presName="spacer" presStyleCnt="0"/>
      <dgm:spPr/>
    </dgm:pt>
    <dgm:pt modelId="{E1CCF5E2-8642-4041-9444-509578944F19}" type="pres">
      <dgm:prSet presAssocID="{3E62176F-8C6D-4F00-845A-14DF3BE187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F3B701-F0BF-4386-844F-7ED4029E3E7C}" type="presOf" srcId="{D529CC1C-594D-4D7A-B9B0-FC8FA6B52025}" destId="{F36B4696-EBAF-4941-9B3A-0CA78F3CCD15}" srcOrd="0" destOrd="0" presId="urn:microsoft.com/office/officeart/2005/8/layout/vList2"/>
    <dgm:cxn modelId="{53B12150-6E18-424E-83B6-27DF046713DB}" srcId="{D529CC1C-594D-4D7A-B9B0-FC8FA6B52025}" destId="{FA50AF6C-2B4D-40F0-BDC3-B1E7AB0E764C}" srcOrd="1" destOrd="0" parTransId="{1E7F6B1E-CDAE-44F6-BB6E-2E5FF796CB8C}" sibTransId="{80F8C77C-7520-4E3D-87E6-51B59D3C3F6D}"/>
    <dgm:cxn modelId="{A7096A8A-50E0-4058-9020-6A0B809478A5}" type="presOf" srcId="{3E62176F-8C6D-4F00-845A-14DF3BE18750}" destId="{E1CCF5E2-8642-4041-9444-509578944F19}" srcOrd="0" destOrd="0" presId="urn:microsoft.com/office/officeart/2005/8/layout/vList2"/>
    <dgm:cxn modelId="{410D439B-51E2-4622-A0CC-A2B8293B13E1}" type="presOf" srcId="{2FE5DAB8-76D7-45EA-B07A-B60E511AC3B2}" destId="{5A542AC6-BB3D-480F-8E68-7880140ABB25}" srcOrd="0" destOrd="0" presId="urn:microsoft.com/office/officeart/2005/8/layout/vList2"/>
    <dgm:cxn modelId="{40E08BA4-263C-406F-9009-D36F99BBB331}" srcId="{D529CC1C-594D-4D7A-B9B0-FC8FA6B52025}" destId="{3E62176F-8C6D-4F00-845A-14DF3BE18750}" srcOrd="2" destOrd="0" parTransId="{B8F219D7-2E41-46FB-9581-815EBB831A41}" sibTransId="{3658934C-211C-462F-B9B9-1D4AE15631E8}"/>
    <dgm:cxn modelId="{8F0A79B5-98D5-4AD5-B2FA-6B65A49AAD49}" type="presOf" srcId="{FA50AF6C-2B4D-40F0-BDC3-B1E7AB0E764C}" destId="{9F83A635-B9F9-4E53-9689-91A89CFEF70E}" srcOrd="0" destOrd="0" presId="urn:microsoft.com/office/officeart/2005/8/layout/vList2"/>
    <dgm:cxn modelId="{FEA2EBC4-0A40-4EA4-BF43-022A13102E03}" srcId="{D529CC1C-594D-4D7A-B9B0-FC8FA6B52025}" destId="{2FE5DAB8-76D7-45EA-B07A-B60E511AC3B2}" srcOrd="0" destOrd="0" parTransId="{6BF2022B-75BF-48AF-89ED-D251BA1CFC40}" sibTransId="{E5FF5DAF-D6DA-47F7-95BD-EC4BC8E9203D}"/>
    <dgm:cxn modelId="{4135F306-72CE-403E-9782-0F91446C0ABD}" type="presParOf" srcId="{F36B4696-EBAF-4941-9B3A-0CA78F3CCD15}" destId="{5A542AC6-BB3D-480F-8E68-7880140ABB25}" srcOrd="0" destOrd="0" presId="urn:microsoft.com/office/officeart/2005/8/layout/vList2"/>
    <dgm:cxn modelId="{4C5CA71C-3711-4294-B02D-463A86DB7E9B}" type="presParOf" srcId="{F36B4696-EBAF-4941-9B3A-0CA78F3CCD15}" destId="{A487B348-D32A-497A-BA39-F4102287DED9}" srcOrd="1" destOrd="0" presId="urn:microsoft.com/office/officeart/2005/8/layout/vList2"/>
    <dgm:cxn modelId="{8DB9FE1B-FEAE-4018-9D9F-A14224E73726}" type="presParOf" srcId="{F36B4696-EBAF-4941-9B3A-0CA78F3CCD15}" destId="{9F83A635-B9F9-4E53-9689-91A89CFEF70E}" srcOrd="2" destOrd="0" presId="urn:microsoft.com/office/officeart/2005/8/layout/vList2"/>
    <dgm:cxn modelId="{C77E6FA7-A4E0-4D42-B8F4-83008AC1DA02}" type="presParOf" srcId="{F36B4696-EBAF-4941-9B3A-0CA78F3CCD15}" destId="{74DC1E3A-5733-466B-817B-297C8609FAA5}" srcOrd="3" destOrd="0" presId="urn:microsoft.com/office/officeart/2005/8/layout/vList2"/>
    <dgm:cxn modelId="{53B7537D-E35E-45EF-8AB9-C001CA9F76C1}" type="presParOf" srcId="{F36B4696-EBAF-4941-9B3A-0CA78F3CCD15}" destId="{E1CCF5E2-8642-4041-9444-509578944F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668EEC-2733-4437-A08B-A0247325CA49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5590177-8200-438C-8CDF-506304FD3338}">
      <dgm:prSet/>
      <dgm:spPr/>
      <dgm:t>
        <a:bodyPr/>
        <a:lstStyle/>
        <a:p>
          <a:r>
            <a:rPr lang="en-IE"/>
            <a:t>To maintain routing information, </a:t>
          </a:r>
          <a:endParaRPr lang="en-US"/>
        </a:p>
      </dgm:t>
    </dgm:pt>
    <dgm:pt modelId="{408ECEB4-0D88-4608-A858-830B45B834C3}" type="parTrans" cxnId="{354A4781-20AD-4EC3-9286-CBD94243CDDE}">
      <dgm:prSet/>
      <dgm:spPr/>
      <dgm:t>
        <a:bodyPr/>
        <a:lstStyle/>
        <a:p>
          <a:endParaRPr lang="en-US"/>
        </a:p>
      </dgm:t>
    </dgm:pt>
    <dgm:pt modelId="{7D8433FA-EC07-4113-9660-090C6B2133AF}" type="sibTrans" cxnId="{354A4781-20AD-4EC3-9286-CBD94243CDDE}">
      <dgm:prSet/>
      <dgm:spPr/>
      <dgm:t>
        <a:bodyPr/>
        <a:lstStyle/>
        <a:p>
          <a:endParaRPr lang="en-US"/>
        </a:p>
      </dgm:t>
    </dgm:pt>
    <dgm:pt modelId="{C38C0AF6-14BE-4527-BA09-139A3A8798B5}">
      <dgm:prSet/>
      <dgm:spPr/>
      <dgm:t>
        <a:bodyPr/>
        <a:lstStyle/>
        <a:p>
          <a:r>
            <a:rPr lang="en-IE"/>
            <a:t>OSPF routers complete the following generic link-state routing process to reach a state of </a:t>
          </a:r>
          <a:r>
            <a:rPr lang="en-IE" b="1" u="sng"/>
            <a:t>convergence….</a:t>
          </a:r>
          <a:r>
            <a:rPr lang="en-IE" u="sng"/>
            <a:t>next slide</a:t>
          </a:r>
          <a:endParaRPr lang="en-US"/>
        </a:p>
      </dgm:t>
    </dgm:pt>
    <dgm:pt modelId="{A41D9324-C3C6-4EC9-BEB8-C0E724C31600}" type="parTrans" cxnId="{379A0F01-9EAC-45FD-BED0-EC6104FB3E49}">
      <dgm:prSet/>
      <dgm:spPr/>
      <dgm:t>
        <a:bodyPr/>
        <a:lstStyle/>
        <a:p>
          <a:endParaRPr lang="en-US"/>
        </a:p>
      </dgm:t>
    </dgm:pt>
    <dgm:pt modelId="{AB208161-08DB-42A3-867F-E757AF29A0FD}" type="sibTrans" cxnId="{379A0F01-9EAC-45FD-BED0-EC6104FB3E49}">
      <dgm:prSet/>
      <dgm:spPr/>
      <dgm:t>
        <a:bodyPr/>
        <a:lstStyle/>
        <a:p>
          <a:endParaRPr lang="en-US"/>
        </a:p>
      </dgm:t>
    </dgm:pt>
    <dgm:pt modelId="{60235866-13D1-4C79-9258-E48EBFA7F484}" type="pres">
      <dgm:prSet presAssocID="{E5668EEC-2733-4437-A08B-A0247325CA49}" presName="vert0" presStyleCnt="0">
        <dgm:presLayoutVars>
          <dgm:dir/>
          <dgm:animOne val="branch"/>
          <dgm:animLvl val="lvl"/>
        </dgm:presLayoutVars>
      </dgm:prSet>
      <dgm:spPr/>
    </dgm:pt>
    <dgm:pt modelId="{B0E2CA85-DE57-44E1-A20C-A0144E3D89D6}" type="pres">
      <dgm:prSet presAssocID="{55590177-8200-438C-8CDF-506304FD3338}" presName="thickLine" presStyleLbl="alignNode1" presStyleIdx="0" presStyleCnt="2"/>
      <dgm:spPr/>
    </dgm:pt>
    <dgm:pt modelId="{0A28C5C5-360E-459E-BF5B-0401935F2CB6}" type="pres">
      <dgm:prSet presAssocID="{55590177-8200-438C-8CDF-506304FD3338}" presName="horz1" presStyleCnt="0"/>
      <dgm:spPr/>
    </dgm:pt>
    <dgm:pt modelId="{E1BA357D-C92E-4C7C-AD98-5518634E99E7}" type="pres">
      <dgm:prSet presAssocID="{55590177-8200-438C-8CDF-506304FD3338}" presName="tx1" presStyleLbl="revTx" presStyleIdx="0" presStyleCnt="2"/>
      <dgm:spPr/>
    </dgm:pt>
    <dgm:pt modelId="{935BA944-E8FC-47AE-A26D-0A31186F81CC}" type="pres">
      <dgm:prSet presAssocID="{55590177-8200-438C-8CDF-506304FD3338}" presName="vert1" presStyleCnt="0"/>
      <dgm:spPr/>
    </dgm:pt>
    <dgm:pt modelId="{691C94B0-00A0-4E9F-B34F-B0B5054800BA}" type="pres">
      <dgm:prSet presAssocID="{C38C0AF6-14BE-4527-BA09-139A3A8798B5}" presName="thickLine" presStyleLbl="alignNode1" presStyleIdx="1" presStyleCnt="2"/>
      <dgm:spPr/>
    </dgm:pt>
    <dgm:pt modelId="{B4BC91FC-E378-4727-B9C2-5B1865EEC429}" type="pres">
      <dgm:prSet presAssocID="{C38C0AF6-14BE-4527-BA09-139A3A8798B5}" presName="horz1" presStyleCnt="0"/>
      <dgm:spPr/>
    </dgm:pt>
    <dgm:pt modelId="{422AA9B9-7116-4396-A583-EDA46F9F45B0}" type="pres">
      <dgm:prSet presAssocID="{C38C0AF6-14BE-4527-BA09-139A3A8798B5}" presName="tx1" presStyleLbl="revTx" presStyleIdx="1" presStyleCnt="2"/>
      <dgm:spPr/>
    </dgm:pt>
    <dgm:pt modelId="{8763B01D-ACAA-4EB0-895D-26EB4532524C}" type="pres">
      <dgm:prSet presAssocID="{C38C0AF6-14BE-4527-BA09-139A3A8798B5}" presName="vert1" presStyleCnt="0"/>
      <dgm:spPr/>
    </dgm:pt>
  </dgm:ptLst>
  <dgm:cxnLst>
    <dgm:cxn modelId="{379A0F01-9EAC-45FD-BED0-EC6104FB3E49}" srcId="{E5668EEC-2733-4437-A08B-A0247325CA49}" destId="{C38C0AF6-14BE-4527-BA09-139A3A8798B5}" srcOrd="1" destOrd="0" parTransId="{A41D9324-C3C6-4EC9-BEB8-C0E724C31600}" sibTransId="{AB208161-08DB-42A3-867F-E757AF29A0FD}"/>
    <dgm:cxn modelId="{5CA8E149-3325-4375-A2A9-311BAD65DF7B}" type="presOf" srcId="{E5668EEC-2733-4437-A08B-A0247325CA49}" destId="{60235866-13D1-4C79-9258-E48EBFA7F484}" srcOrd="0" destOrd="0" presId="urn:microsoft.com/office/officeart/2008/layout/LinedList"/>
    <dgm:cxn modelId="{E68DF774-4B39-41CC-91EF-2895CE814066}" type="presOf" srcId="{55590177-8200-438C-8CDF-506304FD3338}" destId="{E1BA357D-C92E-4C7C-AD98-5518634E99E7}" srcOrd="0" destOrd="0" presId="urn:microsoft.com/office/officeart/2008/layout/LinedList"/>
    <dgm:cxn modelId="{354A4781-20AD-4EC3-9286-CBD94243CDDE}" srcId="{E5668EEC-2733-4437-A08B-A0247325CA49}" destId="{55590177-8200-438C-8CDF-506304FD3338}" srcOrd="0" destOrd="0" parTransId="{408ECEB4-0D88-4608-A858-830B45B834C3}" sibTransId="{7D8433FA-EC07-4113-9660-090C6B2133AF}"/>
    <dgm:cxn modelId="{8A0C88B3-2E28-4455-9278-E6D2155D3392}" type="presOf" srcId="{C38C0AF6-14BE-4527-BA09-139A3A8798B5}" destId="{422AA9B9-7116-4396-A583-EDA46F9F45B0}" srcOrd="0" destOrd="0" presId="urn:microsoft.com/office/officeart/2008/layout/LinedList"/>
    <dgm:cxn modelId="{109228EE-4D4E-46A4-A059-4188DA9BC9B7}" type="presParOf" srcId="{60235866-13D1-4C79-9258-E48EBFA7F484}" destId="{B0E2CA85-DE57-44E1-A20C-A0144E3D89D6}" srcOrd="0" destOrd="0" presId="urn:microsoft.com/office/officeart/2008/layout/LinedList"/>
    <dgm:cxn modelId="{2CE19B67-DE9E-48DD-9B46-B2B73EC4F3E4}" type="presParOf" srcId="{60235866-13D1-4C79-9258-E48EBFA7F484}" destId="{0A28C5C5-360E-459E-BF5B-0401935F2CB6}" srcOrd="1" destOrd="0" presId="urn:microsoft.com/office/officeart/2008/layout/LinedList"/>
    <dgm:cxn modelId="{97589A9B-A7D0-4DD4-A7C2-0830E9C4921E}" type="presParOf" srcId="{0A28C5C5-360E-459E-BF5B-0401935F2CB6}" destId="{E1BA357D-C92E-4C7C-AD98-5518634E99E7}" srcOrd="0" destOrd="0" presId="urn:microsoft.com/office/officeart/2008/layout/LinedList"/>
    <dgm:cxn modelId="{A1AA290F-75E3-410C-BA2A-7AA99405B9A7}" type="presParOf" srcId="{0A28C5C5-360E-459E-BF5B-0401935F2CB6}" destId="{935BA944-E8FC-47AE-A26D-0A31186F81CC}" srcOrd="1" destOrd="0" presId="urn:microsoft.com/office/officeart/2008/layout/LinedList"/>
    <dgm:cxn modelId="{3B962ADE-1522-447F-9EA0-12550291AD98}" type="presParOf" srcId="{60235866-13D1-4C79-9258-E48EBFA7F484}" destId="{691C94B0-00A0-4E9F-B34F-B0B5054800BA}" srcOrd="2" destOrd="0" presId="urn:microsoft.com/office/officeart/2008/layout/LinedList"/>
    <dgm:cxn modelId="{94B28734-590D-4341-8248-D7E2B3E7775C}" type="presParOf" srcId="{60235866-13D1-4C79-9258-E48EBFA7F484}" destId="{B4BC91FC-E378-4727-B9C2-5B1865EEC429}" srcOrd="3" destOrd="0" presId="urn:microsoft.com/office/officeart/2008/layout/LinedList"/>
    <dgm:cxn modelId="{9F5E2C00-D002-4CA5-99CA-FA8736C7B724}" type="presParOf" srcId="{B4BC91FC-E378-4727-B9C2-5B1865EEC429}" destId="{422AA9B9-7116-4396-A583-EDA46F9F45B0}" srcOrd="0" destOrd="0" presId="urn:microsoft.com/office/officeart/2008/layout/LinedList"/>
    <dgm:cxn modelId="{E44C9DA7-E1BA-4273-814C-4672E3C03E6E}" type="presParOf" srcId="{B4BC91FC-E378-4727-B9C2-5B1865EEC429}" destId="{8763B01D-ACAA-4EB0-895D-26EB453252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F1D77E-D428-4553-8536-D36B5A38E70E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C83A1E-B680-477C-B73C-8F8AF7E06E61}">
      <dgm:prSet/>
      <dgm:spPr/>
      <dgm:t>
        <a:bodyPr/>
        <a:lstStyle/>
        <a:p>
          <a:r>
            <a:rPr lang="en-US"/>
            <a:t>Establish</a:t>
          </a:r>
        </a:p>
      </dgm:t>
    </dgm:pt>
    <dgm:pt modelId="{6875D3BC-52AE-4390-A370-6D41FFD07038}" type="parTrans" cxnId="{422A2B4B-70A3-4EF2-85F0-C093BE8E876A}">
      <dgm:prSet/>
      <dgm:spPr/>
      <dgm:t>
        <a:bodyPr/>
        <a:lstStyle/>
        <a:p>
          <a:endParaRPr lang="en-US"/>
        </a:p>
      </dgm:t>
    </dgm:pt>
    <dgm:pt modelId="{053F00BA-4EB1-49BB-8DD2-F5DEB2985D5E}" type="sibTrans" cxnId="{422A2B4B-70A3-4EF2-85F0-C093BE8E876A}">
      <dgm:prSet/>
      <dgm:spPr/>
      <dgm:t>
        <a:bodyPr/>
        <a:lstStyle/>
        <a:p>
          <a:endParaRPr lang="en-US"/>
        </a:p>
      </dgm:t>
    </dgm:pt>
    <dgm:pt modelId="{D51868B2-54C9-4B75-8831-348BFF062E85}">
      <dgm:prSet/>
      <dgm:spPr/>
      <dgm:t>
        <a:bodyPr/>
        <a:lstStyle/>
        <a:p>
          <a:r>
            <a:rPr lang="en-US"/>
            <a:t>Establish Neighbour Adjacencies  </a:t>
          </a:r>
        </a:p>
      </dgm:t>
    </dgm:pt>
    <dgm:pt modelId="{2CC6484F-9EA8-45C3-9F70-DBD86716EBC5}" type="parTrans" cxnId="{A0A59211-C05A-4027-AF90-AE6107F6078C}">
      <dgm:prSet/>
      <dgm:spPr/>
      <dgm:t>
        <a:bodyPr/>
        <a:lstStyle/>
        <a:p>
          <a:endParaRPr lang="en-US"/>
        </a:p>
      </dgm:t>
    </dgm:pt>
    <dgm:pt modelId="{5C820B78-1107-469E-886A-B9856E6397B5}" type="sibTrans" cxnId="{A0A59211-C05A-4027-AF90-AE6107F6078C}">
      <dgm:prSet/>
      <dgm:spPr/>
      <dgm:t>
        <a:bodyPr/>
        <a:lstStyle/>
        <a:p>
          <a:endParaRPr lang="en-US"/>
        </a:p>
      </dgm:t>
    </dgm:pt>
    <dgm:pt modelId="{0B1B2F4E-CEF8-4EF6-88BB-93D4F7AEA181}">
      <dgm:prSet/>
      <dgm:spPr/>
      <dgm:t>
        <a:bodyPr/>
        <a:lstStyle/>
        <a:p>
          <a:r>
            <a:rPr lang="en-US"/>
            <a:t>Exchange</a:t>
          </a:r>
        </a:p>
      </dgm:t>
    </dgm:pt>
    <dgm:pt modelId="{FE98444E-1BEA-4825-A303-262564F425BD}" type="parTrans" cxnId="{A4A65F46-2724-4AFA-924D-90D9D867844E}">
      <dgm:prSet/>
      <dgm:spPr/>
      <dgm:t>
        <a:bodyPr/>
        <a:lstStyle/>
        <a:p>
          <a:endParaRPr lang="en-US"/>
        </a:p>
      </dgm:t>
    </dgm:pt>
    <dgm:pt modelId="{458C8690-D803-4849-8B4C-05AEEFF463CB}" type="sibTrans" cxnId="{A4A65F46-2724-4AFA-924D-90D9D867844E}">
      <dgm:prSet/>
      <dgm:spPr/>
      <dgm:t>
        <a:bodyPr/>
        <a:lstStyle/>
        <a:p>
          <a:endParaRPr lang="en-US"/>
        </a:p>
      </dgm:t>
    </dgm:pt>
    <dgm:pt modelId="{A508D2CF-0F1C-480F-8791-BB3718BF0DBE}">
      <dgm:prSet/>
      <dgm:spPr/>
      <dgm:t>
        <a:bodyPr/>
        <a:lstStyle/>
        <a:p>
          <a:r>
            <a:rPr lang="en-US"/>
            <a:t>Exchange Link-State Advertisements </a:t>
          </a:r>
        </a:p>
      </dgm:t>
    </dgm:pt>
    <dgm:pt modelId="{3491C67B-5DF4-4E6D-A847-890517475F2A}" type="parTrans" cxnId="{1B350111-623A-49B0-8247-E0EC1DF2950B}">
      <dgm:prSet/>
      <dgm:spPr/>
      <dgm:t>
        <a:bodyPr/>
        <a:lstStyle/>
        <a:p>
          <a:endParaRPr lang="en-US"/>
        </a:p>
      </dgm:t>
    </dgm:pt>
    <dgm:pt modelId="{5ABFEAAF-0076-48EC-B79E-3A02F9A2D330}" type="sibTrans" cxnId="{1B350111-623A-49B0-8247-E0EC1DF2950B}">
      <dgm:prSet/>
      <dgm:spPr/>
      <dgm:t>
        <a:bodyPr/>
        <a:lstStyle/>
        <a:p>
          <a:endParaRPr lang="en-US"/>
        </a:p>
      </dgm:t>
    </dgm:pt>
    <dgm:pt modelId="{D81BF295-4566-4BA8-B804-53F533F6B4FC}">
      <dgm:prSet/>
      <dgm:spPr/>
      <dgm:t>
        <a:bodyPr/>
        <a:lstStyle/>
        <a:p>
          <a:r>
            <a:rPr lang="en-US"/>
            <a:t>Build</a:t>
          </a:r>
        </a:p>
      </dgm:t>
    </dgm:pt>
    <dgm:pt modelId="{12D56FE7-8B23-441B-A8CF-81E16FBF8611}" type="parTrans" cxnId="{DA46907B-96D2-4E6A-ABE5-C9E8F21534B2}">
      <dgm:prSet/>
      <dgm:spPr/>
      <dgm:t>
        <a:bodyPr/>
        <a:lstStyle/>
        <a:p>
          <a:endParaRPr lang="en-US"/>
        </a:p>
      </dgm:t>
    </dgm:pt>
    <dgm:pt modelId="{E36C326B-5F1B-4AE2-B477-60459E0827BB}" type="sibTrans" cxnId="{DA46907B-96D2-4E6A-ABE5-C9E8F21534B2}">
      <dgm:prSet/>
      <dgm:spPr/>
      <dgm:t>
        <a:bodyPr/>
        <a:lstStyle/>
        <a:p>
          <a:endParaRPr lang="en-US"/>
        </a:p>
      </dgm:t>
    </dgm:pt>
    <dgm:pt modelId="{4B4465D2-BD4A-4631-98F9-26FCA0B89110}">
      <dgm:prSet/>
      <dgm:spPr/>
      <dgm:t>
        <a:bodyPr/>
        <a:lstStyle/>
        <a:p>
          <a:r>
            <a:rPr lang="en-US"/>
            <a:t>Build the Topology Table</a:t>
          </a:r>
        </a:p>
      </dgm:t>
    </dgm:pt>
    <dgm:pt modelId="{A558E59E-42E5-42F5-9B43-86C099A23AFB}" type="parTrans" cxnId="{6AD7DA0B-F964-4655-A394-ECC9C3C1ADA7}">
      <dgm:prSet/>
      <dgm:spPr/>
      <dgm:t>
        <a:bodyPr/>
        <a:lstStyle/>
        <a:p>
          <a:endParaRPr lang="en-US"/>
        </a:p>
      </dgm:t>
    </dgm:pt>
    <dgm:pt modelId="{F2310992-8ADE-4AA1-970B-941593E22729}" type="sibTrans" cxnId="{6AD7DA0B-F964-4655-A394-ECC9C3C1ADA7}">
      <dgm:prSet/>
      <dgm:spPr/>
      <dgm:t>
        <a:bodyPr/>
        <a:lstStyle/>
        <a:p>
          <a:endParaRPr lang="en-US"/>
        </a:p>
      </dgm:t>
    </dgm:pt>
    <dgm:pt modelId="{E835859D-C5F3-4FD3-A1E4-EDEFE3F5F507}">
      <dgm:prSet/>
      <dgm:spPr/>
      <dgm:t>
        <a:bodyPr/>
        <a:lstStyle/>
        <a:p>
          <a:r>
            <a:rPr lang="en-US"/>
            <a:t>Execute</a:t>
          </a:r>
        </a:p>
      </dgm:t>
    </dgm:pt>
    <dgm:pt modelId="{8177861C-5E14-4D4B-AA27-C8F34FCF8D72}" type="parTrans" cxnId="{FFE757E6-65D8-43A6-A77A-116E9830FF6A}">
      <dgm:prSet/>
      <dgm:spPr/>
      <dgm:t>
        <a:bodyPr/>
        <a:lstStyle/>
        <a:p>
          <a:endParaRPr lang="en-US"/>
        </a:p>
      </dgm:t>
    </dgm:pt>
    <dgm:pt modelId="{958F625E-BDDB-4E51-892F-A4A5F77F98BE}" type="sibTrans" cxnId="{FFE757E6-65D8-43A6-A77A-116E9830FF6A}">
      <dgm:prSet/>
      <dgm:spPr/>
      <dgm:t>
        <a:bodyPr/>
        <a:lstStyle/>
        <a:p>
          <a:endParaRPr lang="en-US"/>
        </a:p>
      </dgm:t>
    </dgm:pt>
    <dgm:pt modelId="{763A9276-83DE-4043-851B-B08D4AA03BCD}">
      <dgm:prSet/>
      <dgm:spPr/>
      <dgm:t>
        <a:bodyPr/>
        <a:lstStyle/>
        <a:p>
          <a:r>
            <a:rPr lang="en-US"/>
            <a:t>Execute the SPF Algorithm</a:t>
          </a:r>
        </a:p>
      </dgm:t>
    </dgm:pt>
    <dgm:pt modelId="{F7770F00-0152-4CE2-851D-6D9879032AE9}" type="parTrans" cxnId="{551CE2BD-AC86-4CF2-9393-F3A517556392}">
      <dgm:prSet/>
      <dgm:spPr/>
      <dgm:t>
        <a:bodyPr/>
        <a:lstStyle/>
        <a:p>
          <a:endParaRPr lang="en-US"/>
        </a:p>
      </dgm:t>
    </dgm:pt>
    <dgm:pt modelId="{E3EDD6A7-2819-4A7A-9FA6-6377E1C4CB7D}" type="sibTrans" cxnId="{551CE2BD-AC86-4CF2-9393-F3A517556392}">
      <dgm:prSet/>
      <dgm:spPr/>
      <dgm:t>
        <a:bodyPr/>
        <a:lstStyle/>
        <a:p>
          <a:endParaRPr lang="en-US"/>
        </a:p>
      </dgm:t>
    </dgm:pt>
    <dgm:pt modelId="{2DC16166-B4A3-446C-A4D9-85CFE208EB3A}" type="pres">
      <dgm:prSet presAssocID="{09F1D77E-D428-4553-8536-D36B5A38E70E}" presName="Name0" presStyleCnt="0">
        <dgm:presLayoutVars>
          <dgm:dir/>
          <dgm:animLvl val="lvl"/>
          <dgm:resizeHandles val="exact"/>
        </dgm:presLayoutVars>
      </dgm:prSet>
      <dgm:spPr/>
    </dgm:pt>
    <dgm:pt modelId="{E25AF539-62EA-479B-913E-D163F388D04C}" type="pres">
      <dgm:prSet presAssocID="{E835859D-C5F3-4FD3-A1E4-EDEFE3F5F507}" presName="boxAndChildren" presStyleCnt="0"/>
      <dgm:spPr/>
    </dgm:pt>
    <dgm:pt modelId="{8EE92D57-5F47-4E4E-8A7D-B9A9AB9695CA}" type="pres">
      <dgm:prSet presAssocID="{E835859D-C5F3-4FD3-A1E4-EDEFE3F5F507}" presName="parentTextBox" presStyleLbl="alignNode1" presStyleIdx="0" presStyleCnt="4"/>
      <dgm:spPr/>
    </dgm:pt>
    <dgm:pt modelId="{1E3F6E9B-69E7-47FE-B4A6-285D438F61AC}" type="pres">
      <dgm:prSet presAssocID="{E835859D-C5F3-4FD3-A1E4-EDEFE3F5F507}" presName="descendantBox" presStyleLbl="bgAccFollowNode1" presStyleIdx="0" presStyleCnt="4"/>
      <dgm:spPr/>
    </dgm:pt>
    <dgm:pt modelId="{D487905E-E64F-4323-844E-6BAAA999820B}" type="pres">
      <dgm:prSet presAssocID="{E36C326B-5F1B-4AE2-B477-60459E0827BB}" presName="sp" presStyleCnt="0"/>
      <dgm:spPr/>
    </dgm:pt>
    <dgm:pt modelId="{F50885C1-25B7-439F-B762-C69D57DF652C}" type="pres">
      <dgm:prSet presAssocID="{D81BF295-4566-4BA8-B804-53F533F6B4FC}" presName="arrowAndChildren" presStyleCnt="0"/>
      <dgm:spPr/>
    </dgm:pt>
    <dgm:pt modelId="{2C51CD4C-9C91-4D92-B985-3BB4410CA1BE}" type="pres">
      <dgm:prSet presAssocID="{D81BF295-4566-4BA8-B804-53F533F6B4FC}" presName="parentTextArrow" presStyleLbl="node1" presStyleIdx="0" presStyleCnt="0"/>
      <dgm:spPr/>
    </dgm:pt>
    <dgm:pt modelId="{1238FD66-2E24-42FD-89B0-751E0041D6D4}" type="pres">
      <dgm:prSet presAssocID="{D81BF295-4566-4BA8-B804-53F533F6B4FC}" presName="arrow" presStyleLbl="alignNode1" presStyleIdx="1" presStyleCnt="4"/>
      <dgm:spPr/>
    </dgm:pt>
    <dgm:pt modelId="{732D731C-8CA0-4557-BD12-B0B74A66288E}" type="pres">
      <dgm:prSet presAssocID="{D81BF295-4566-4BA8-B804-53F533F6B4FC}" presName="descendantArrow" presStyleLbl="bgAccFollowNode1" presStyleIdx="1" presStyleCnt="4"/>
      <dgm:spPr/>
    </dgm:pt>
    <dgm:pt modelId="{EC590E2C-C57C-495E-9020-FB8745EEB097}" type="pres">
      <dgm:prSet presAssocID="{458C8690-D803-4849-8B4C-05AEEFF463CB}" presName="sp" presStyleCnt="0"/>
      <dgm:spPr/>
    </dgm:pt>
    <dgm:pt modelId="{9ED07C7F-C1F2-4D7C-8BA3-FA9316B2BBDD}" type="pres">
      <dgm:prSet presAssocID="{0B1B2F4E-CEF8-4EF6-88BB-93D4F7AEA181}" presName="arrowAndChildren" presStyleCnt="0"/>
      <dgm:spPr/>
    </dgm:pt>
    <dgm:pt modelId="{47EB5299-B2B9-4ED7-AD3C-ACE63A15E82D}" type="pres">
      <dgm:prSet presAssocID="{0B1B2F4E-CEF8-4EF6-88BB-93D4F7AEA181}" presName="parentTextArrow" presStyleLbl="node1" presStyleIdx="0" presStyleCnt="0"/>
      <dgm:spPr/>
    </dgm:pt>
    <dgm:pt modelId="{319A6FD7-4E43-4826-9F68-791C00640181}" type="pres">
      <dgm:prSet presAssocID="{0B1B2F4E-CEF8-4EF6-88BB-93D4F7AEA181}" presName="arrow" presStyleLbl="alignNode1" presStyleIdx="2" presStyleCnt="4"/>
      <dgm:spPr/>
    </dgm:pt>
    <dgm:pt modelId="{49BE7C3C-19CE-4B00-AD44-958F806CC0C4}" type="pres">
      <dgm:prSet presAssocID="{0B1B2F4E-CEF8-4EF6-88BB-93D4F7AEA181}" presName="descendantArrow" presStyleLbl="bgAccFollowNode1" presStyleIdx="2" presStyleCnt="4"/>
      <dgm:spPr/>
    </dgm:pt>
    <dgm:pt modelId="{A41B0CB2-E00E-4C5F-9425-17C191786484}" type="pres">
      <dgm:prSet presAssocID="{053F00BA-4EB1-49BB-8DD2-F5DEB2985D5E}" presName="sp" presStyleCnt="0"/>
      <dgm:spPr/>
    </dgm:pt>
    <dgm:pt modelId="{D0F1EB5D-17E4-4C9E-8FEF-217C8A19D609}" type="pres">
      <dgm:prSet presAssocID="{34C83A1E-B680-477C-B73C-8F8AF7E06E61}" presName="arrowAndChildren" presStyleCnt="0"/>
      <dgm:spPr/>
    </dgm:pt>
    <dgm:pt modelId="{0D7C5F97-6B9C-493E-8218-3E5ED9C984FF}" type="pres">
      <dgm:prSet presAssocID="{34C83A1E-B680-477C-B73C-8F8AF7E06E61}" presName="parentTextArrow" presStyleLbl="node1" presStyleIdx="0" presStyleCnt="0"/>
      <dgm:spPr/>
    </dgm:pt>
    <dgm:pt modelId="{CFBCC07C-9A63-476B-B0BB-43CCE86BCA4B}" type="pres">
      <dgm:prSet presAssocID="{34C83A1E-B680-477C-B73C-8F8AF7E06E61}" presName="arrow" presStyleLbl="alignNode1" presStyleIdx="3" presStyleCnt="4"/>
      <dgm:spPr/>
    </dgm:pt>
    <dgm:pt modelId="{228F1805-3ED7-4C82-9100-21092712D23E}" type="pres">
      <dgm:prSet presAssocID="{34C83A1E-B680-477C-B73C-8F8AF7E06E61}" presName="descendantArrow" presStyleLbl="bgAccFollowNode1" presStyleIdx="3" presStyleCnt="4"/>
      <dgm:spPr/>
    </dgm:pt>
  </dgm:ptLst>
  <dgm:cxnLst>
    <dgm:cxn modelId="{6AD7DA0B-F964-4655-A394-ECC9C3C1ADA7}" srcId="{D81BF295-4566-4BA8-B804-53F533F6B4FC}" destId="{4B4465D2-BD4A-4631-98F9-26FCA0B89110}" srcOrd="0" destOrd="0" parTransId="{A558E59E-42E5-42F5-9B43-86C099A23AFB}" sibTransId="{F2310992-8ADE-4AA1-970B-941593E22729}"/>
    <dgm:cxn modelId="{37C0FD0E-6CAD-4DD7-A019-84F0A47F8D0A}" type="presOf" srcId="{D51868B2-54C9-4B75-8831-348BFF062E85}" destId="{228F1805-3ED7-4C82-9100-21092712D23E}" srcOrd="0" destOrd="0" presId="urn:microsoft.com/office/officeart/2016/7/layout/VerticalDownArrowProcess"/>
    <dgm:cxn modelId="{956A1310-2E10-4507-9B9B-8120FA3C8BD7}" type="presOf" srcId="{A508D2CF-0F1C-480F-8791-BB3718BF0DBE}" destId="{49BE7C3C-19CE-4B00-AD44-958F806CC0C4}" srcOrd="0" destOrd="0" presId="urn:microsoft.com/office/officeart/2016/7/layout/VerticalDownArrowProcess"/>
    <dgm:cxn modelId="{1B350111-623A-49B0-8247-E0EC1DF2950B}" srcId="{0B1B2F4E-CEF8-4EF6-88BB-93D4F7AEA181}" destId="{A508D2CF-0F1C-480F-8791-BB3718BF0DBE}" srcOrd="0" destOrd="0" parTransId="{3491C67B-5DF4-4E6D-A847-890517475F2A}" sibTransId="{5ABFEAAF-0076-48EC-B79E-3A02F9A2D330}"/>
    <dgm:cxn modelId="{A0A59211-C05A-4027-AF90-AE6107F6078C}" srcId="{34C83A1E-B680-477C-B73C-8F8AF7E06E61}" destId="{D51868B2-54C9-4B75-8831-348BFF062E85}" srcOrd="0" destOrd="0" parTransId="{2CC6484F-9EA8-45C3-9F70-DBD86716EBC5}" sibTransId="{5C820B78-1107-469E-886A-B9856E6397B5}"/>
    <dgm:cxn modelId="{29B8643A-4285-4B40-A9F2-DD410E187354}" type="presOf" srcId="{763A9276-83DE-4043-851B-B08D4AA03BCD}" destId="{1E3F6E9B-69E7-47FE-B4A6-285D438F61AC}" srcOrd="0" destOrd="0" presId="urn:microsoft.com/office/officeart/2016/7/layout/VerticalDownArrowProcess"/>
    <dgm:cxn modelId="{A4A65F46-2724-4AFA-924D-90D9D867844E}" srcId="{09F1D77E-D428-4553-8536-D36B5A38E70E}" destId="{0B1B2F4E-CEF8-4EF6-88BB-93D4F7AEA181}" srcOrd="1" destOrd="0" parTransId="{FE98444E-1BEA-4825-A303-262564F425BD}" sibTransId="{458C8690-D803-4849-8B4C-05AEEFF463CB}"/>
    <dgm:cxn modelId="{422A2B4B-70A3-4EF2-85F0-C093BE8E876A}" srcId="{09F1D77E-D428-4553-8536-D36B5A38E70E}" destId="{34C83A1E-B680-477C-B73C-8F8AF7E06E61}" srcOrd="0" destOrd="0" parTransId="{6875D3BC-52AE-4390-A370-6D41FFD07038}" sibTransId="{053F00BA-4EB1-49BB-8DD2-F5DEB2985D5E}"/>
    <dgm:cxn modelId="{3D8DC36C-766C-4AD0-BBAE-5EBD5C2C0796}" type="presOf" srcId="{E835859D-C5F3-4FD3-A1E4-EDEFE3F5F507}" destId="{8EE92D57-5F47-4E4E-8A7D-B9A9AB9695CA}" srcOrd="0" destOrd="0" presId="urn:microsoft.com/office/officeart/2016/7/layout/VerticalDownArrowProcess"/>
    <dgm:cxn modelId="{1E04E053-1E14-4A85-A282-254799646D69}" type="presOf" srcId="{09F1D77E-D428-4553-8536-D36B5A38E70E}" destId="{2DC16166-B4A3-446C-A4D9-85CFE208EB3A}" srcOrd="0" destOrd="0" presId="urn:microsoft.com/office/officeart/2016/7/layout/VerticalDownArrowProcess"/>
    <dgm:cxn modelId="{F9E2CA57-D947-4A12-A082-37E4F686F564}" type="presOf" srcId="{4B4465D2-BD4A-4631-98F9-26FCA0B89110}" destId="{732D731C-8CA0-4557-BD12-B0B74A66288E}" srcOrd="0" destOrd="0" presId="urn:microsoft.com/office/officeart/2016/7/layout/VerticalDownArrowProcess"/>
    <dgm:cxn modelId="{6A94247A-8912-4811-987D-0E688A2137A7}" type="presOf" srcId="{0B1B2F4E-CEF8-4EF6-88BB-93D4F7AEA181}" destId="{319A6FD7-4E43-4826-9F68-791C00640181}" srcOrd="1" destOrd="0" presId="urn:microsoft.com/office/officeart/2016/7/layout/VerticalDownArrowProcess"/>
    <dgm:cxn modelId="{DA46907B-96D2-4E6A-ABE5-C9E8F21534B2}" srcId="{09F1D77E-D428-4553-8536-D36B5A38E70E}" destId="{D81BF295-4566-4BA8-B804-53F533F6B4FC}" srcOrd="2" destOrd="0" parTransId="{12D56FE7-8B23-441B-A8CF-81E16FBF8611}" sibTransId="{E36C326B-5F1B-4AE2-B477-60459E0827BB}"/>
    <dgm:cxn modelId="{38A1CF8A-4A2B-4835-B0BD-6379B14918BF}" type="presOf" srcId="{34C83A1E-B680-477C-B73C-8F8AF7E06E61}" destId="{0D7C5F97-6B9C-493E-8218-3E5ED9C984FF}" srcOrd="0" destOrd="0" presId="urn:microsoft.com/office/officeart/2016/7/layout/VerticalDownArrowProcess"/>
    <dgm:cxn modelId="{D3DE4093-559A-46C6-BAEB-F39CA9DFE86E}" type="presOf" srcId="{0B1B2F4E-CEF8-4EF6-88BB-93D4F7AEA181}" destId="{47EB5299-B2B9-4ED7-AD3C-ACE63A15E82D}" srcOrd="0" destOrd="0" presId="urn:microsoft.com/office/officeart/2016/7/layout/VerticalDownArrowProcess"/>
    <dgm:cxn modelId="{984A1296-3FEB-4C61-A7D3-32DB4249E57C}" type="presOf" srcId="{34C83A1E-B680-477C-B73C-8F8AF7E06E61}" destId="{CFBCC07C-9A63-476B-B0BB-43CCE86BCA4B}" srcOrd="1" destOrd="0" presId="urn:microsoft.com/office/officeart/2016/7/layout/VerticalDownArrowProcess"/>
    <dgm:cxn modelId="{9FB801B2-65AC-45D6-8AC4-D4E9AA876149}" type="presOf" srcId="{D81BF295-4566-4BA8-B804-53F533F6B4FC}" destId="{2C51CD4C-9C91-4D92-B985-3BB4410CA1BE}" srcOrd="0" destOrd="0" presId="urn:microsoft.com/office/officeart/2016/7/layout/VerticalDownArrowProcess"/>
    <dgm:cxn modelId="{551CE2BD-AC86-4CF2-9393-F3A517556392}" srcId="{E835859D-C5F3-4FD3-A1E4-EDEFE3F5F507}" destId="{763A9276-83DE-4043-851B-B08D4AA03BCD}" srcOrd="0" destOrd="0" parTransId="{F7770F00-0152-4CE2-851D-6D9879032AE9}" sibTransId="{E3EDD6A7-2819-4A7A-9FA6-6377E1C4CB7D}"/>
    <dgm:cxn modelId="{DB832FE5-E362-42F3-834D-AFBCCB1D3207}" type="presOf" srcId="{D81BF295-4566-4BA8-B804-53F533F6B4FC}" destId="{1238FD66-2E24-42FD-89B0-751E0041D6D4}" srcOrd="1" destOrd="0" presId="urn:microsoft.com/office/officeart/2016/7/layout/VerticalDownArrowProcess"/>
    <dgm:cxn modelId="{FFE757E6-65D8-43A6-A77A-116E9830FF6A}" srcId="{09F1D77E-D428-4553-8536-D36B5A38E70E}" destId="{E835859D-C5F3-4FD3-A1E4-EDEFE3F5F507}" srcOrd="3" destOrd="0" parTransId="{8177861C-5E14-4D4B-AA27-C8F34FCF8D72}" sibTransId="{958F625E-BDDB-4E51-892F-A4A5F77F98BE}"/>
    <dgm:cxn modelId="{72F348A1-C853-4D3B-8BE0-3B30206EE1DB}" type="presParOf" srcId="{2DC16166-B4A3-446C-A4D9-85CFE208EB3A}" destId="{E25AF539-62EA-479B-913E-D163F388D04C}" srcOrd="0" destOrd="0" presId="urn:microsoft.com/office/officeart/2016/7/layout/VerticalDownArrowProcess"/>
    <dgm:cxn modelId="{3539EA1C-23FD-4B1D-BD84-07C28C170170}" type="presParOf" srcId="{E25AF539-62EA-479B-913E-D163F388D04C}" destId="{8EE92D57-5F47-4E4E-8A7D-B9A9AB9695CA}" srcOrd="0" destOrd="0" presId="urn:microsoft.com/office/officeart/2016/7/layout/VerticalDownArrowProcess"/>
    <dgm:cxn modelId="{77DACDF5-0BEF-4074-A071-516F4FC9C038}" type="presParOf" srcId="{E25AF539-62EA-479B-913E-D163F388D04C}" destId="{1E3F6E9B-69E7-47FE-B4A6-285D438F61AC}" srcOrd="1" destOrd="0" presId="urn:microsoft.com/office/officeart/2016/7/layout/VerticalDownArrowProcess"/>
    <dgm:cxn modelId="{2E50CEA1-2E06-4638-AA5A-475D21BBE189}" type="presParOf" srcId="{2DC16166-B4A3-446C-A4D9-85CFE208EB3A}" destId="{D487905E-E64F-4323-844E-6BAAA999820B}" srcOrd="1" destOrd="0" presId="urn:microsoft.com/office/officeart/2016/7/layout/VerticalDownArrowProcess"/>
    <dgm:cxn modelId="{95F6A726-7252-4E51-97C7-C69F38744821}" type="presParOf" srcId="{2DC16166-B4A3-446C-A4D9-85CFE208EB3A}" destId="{F50885C1-25B7-439F-B762-C69D57DF652C}" srcOrd="2" destOrd="0" presId="urn:microsoft.com/office/officeart/2016/7/layout/VerticalDownArrowProcess"/>
    <dgm:cxn modelId="{6A969CA8-5051-4A00-B8F3-DAA9F13478E9}" type="presParOf" srcId="{F50885C1-25B7-439F-B762-C69D57DF652C}" destId="{2C51CD4C-9C91-4D92-B985-3BB4410CA1BE}" srcOrd="0" destOrd="0" presId="urn:microsoft.com/office/officeart/2016/7/layout/VerticalDownArrowProcess"/>
    <dgm:cxn modelId="{BCB2BE18-D1E5-40E2-A26C-A363A7AAFCAD}" type="presParOf" srcId="{F50885C1-25B7-439F-B762-C69D57DF652C}" destId="{1238FD66-2E24-42FD-89B0-751E0041D6D4}" srcOrd="1" destOrd="0" presId="urn:microsoft.com/office/officeart/2016/7/layout/VerticalDownArrowProcess"/>
    <dgm:cxn modelId="{A01C7FDA-6785-463A-8F4D-71A32981AC59}" type="presParOf" srcId="{F50885C1-25B7-439F-B762-C69D57DF652C}" destId="{732D731C-8CA0-4557-BD12-B0B74A66288E}" srcOrd="2" destOrd="0" presId="urn:microsoft.com/office/officeart/2016/7/layout/VerticalDownArrowProcess"/>
    <dgm:cxn modelId="{009C9DEE-C93E-4C1B-8BDF-97D6A6AEA71B}" type="presParOf" srcId="{2DC16166-B4A3-446C-A4D9-85CFE208EB3A}" destId="{EC590E2C-C57C-495E-9020-FB8745EEB097}" srcOrd="3" destOrd="0" presId="urn:microsoft.com/office/officeart/2016/7/layout/VerticalDownArrowProcess"/>
    <dgm:cxn modelId="{CE6E91D5-82F3-483D-A8F2-56721655BBA0}" type="presParOf" srcId="{2DC16166-B4A3-446C-A4D9-85CFE208EB3A}" destId="{9ED07C7F-C1F2-4D7C-8BA3-FA9316B2BBDD}" srcOrd="4" destOrd="0" presId="urn:microsoft.com/office/officeart/2016/7/layout/VerticalDownArrowProcess"/>
    <dgm:cxn modelId="{919395E4-E5ED-4BFB-B101-189197D9F1CB}" type="presParOf" srcId="{9ED07C7F-C1F2-4D7C-8BA3-FA9316B2BBDD}" destId="{47EB5299-B2B9-4ED7-AD3C-ACE63A15E82D}" srcOrd="0" destOrd="0" presId="urn:microsoft.com/office/officeart/2016/7/layout/VerticalDownArrowProcess"/>
    <dgm:cxn modelId="{1993544C-0C47-4AEE-95FE-7AE943D55FAC}" type="presParOf" srcId="{9ED07C7F-C1F2-4D7C-8BA3-FA9316B2BBDD}" destId="{319A6FD7-4E43-4826-9F68-791C00640181}" srcOrd="1" destOrd="0" presId="urn:microsoft.com/office/officeart/2016/7/layout/VerticalDownArrowProcess"/>
    <dgm:cxn modelId="{CC1D4ECD-FA27-4230-80B3-D9B6F413DA62}" type="presParOf" srcId="{9ED07C7F-C1F2-4D7C-8BA3-FA9316B2BBDD}" destId="{49BE7C3C-19CE-4B00-AD44-958F806CC0C4}" srcOrd="2" destOrd="0" presId="urn:microsoft.com/office/officeart/2016/7/layout/VerticalDownArrowProcess"/>
    <dgm:cxn modelId="{8717FEC3-1932-404E-A2E8-0A37649771FC}" type="presParOf" srcId="{2DC16166-B4A3-446C-A4D9-85CFE208EB3A}" destId="{A41B0CB2-E00E-4C5F-9425-17C191786484}" srcOrd="5" destOrd="0" presId="urn:microsoft.com/office/officeart/2016/7/layout/VerticalDownArrowProcess"/>
    <dgm:cxn modelId="{00020413-8D4C-4B1B-ABAD-CF4786ADE7AE}" type="presParOf" srcId="{2DC16166-B4A3-446C-A4D9-85CFE208EB3A}" destId="{D0F1EB5D-17E4-4C9E-8FEF-217C8A19D609}" srcOrd="6" destOrd="0" presId="urn:microsoft.com/office/officeart/2016/7/layout/VerticalDownArrowProcess"/>
    <dgm:cxn modelId="{59776EC5-68F0-4FEC-A505-F778E0BF3A72}" type="presParOf" srcId="{D0F1EB5D-17E4-4C9E-8FEF-217C8A19D609}" destId="{0D7C5F97-6B9C-493E-8218-3E5ED9C984FF}" srcOrd="0" destOrd="0" presId="urn:microsoft.com/office/officeart/2016/7/layout/VerticalDownArrowProcess"/>
    <dgm:cxn modelId="{81EB1331-DD22-4434-BBFB-96FEA082D914}" type="presParOf" srcId="{D0F1EB5D-17E4-4C9E-8FEF-217C8A19D609}" destId="{CFBCC07C-9A63-476B-B0BB-43CCE86BCA4B}" srcOrd="1" destOrd="0" presId="urn:microsoft.com/office/officeart/2016/7/layout/VerticalDownArrowProcess"/>
    <dgm:cxn modelId="{9C11019F-F795-4CF9-9B43-D2DFC97A021D}" type="presParOf" srcId="{D0F1EB5D-17E4-4C9E-8FEF-217C8A19D609}" destId="{228F1805-3ED7-4C82-9100-21092712D23E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DD9C99-E0D2-4009-AC4D-B28C3641703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AC78D5-9D65-4CA8-A760-467459E84524}">
      <dgm:prSet/>
      <dgm:spPr/>
      <dgm:t>
        <a:bodyPr/>
        <a:lstStyle/>
        <a:p>
          <a:r>
            <a:rPr lang="en-IE"/>
            <a:t>OSPF-enabled routers must recognise each other on the network before they can share information.</a:t>
          </a:r>
          <a:endParaRPr lang="en-US"/>
        </a:p>
      </dgm:t>
    </dgm:pt>
    <dgm:pt modelId="{9020F67B-3919-477C-8251-2DDDC6FBB4C0}" type="parTrans" cxnId="{548BC09A-A793-4591-9BA3-B2934B02F8C5}">
      <dgm:prSet/>
      <dgm:spPr/>
      <dgm:t>
        <a:bodyPr/>
        <a:lstStyle/>
        <a:p>
          <a:endParaRPr lang="en-US"/>
        </a:p>
      </dgm:t>
    </dgm:pt>
    <dgm:pt modelId="{958131A2-7877-4C07-9EE0-86CAB159502B}" type="sibTrans" cxnId="{548BC09A-A793-4591-9BA3-B2934B02F8C5}">
      <dgm:prSet/>
      <dgm:spPr/>
      <dgm:t>
        <a:bodyPr/>
        <a:lstStyle/>
        <a:p>
          <a:endParaRPr lang="en-US"/>
        </a:p>
      </dgm:t>
    </dgm:pt>
    <dgm:pt modelId="{3E3D270B-321E-4E00-8D77-793C7983CBB4}">
      <dgm:prSet/>
      <dgm:spPr/>
      <dgm:t>
        <a:bodyPr/>
        <a:lstStyle/>
        <a:p>
          <a:r>
            <a:rPr lang="en-IE"/>
            <a:t>An OSPF-enabled router sends Hello packets out all OSPF-enabled interfaces to determine if neighbours are present on those links.</a:t>
          </a:r>
          <a:endParaRPr lang="en-US"/>
        </a:p>
      </dgm:t>
    </dgm:pt>
    <dgm:pt modelId="{063D8478-EBBC-46E7-BE55-76A07B883B36}" type="parTrans" cxnId="{C306D3D6-D56A-4379-8E58-0D3302783F7D}">
      <dgm:prSet/>
      <dgm:spPr/>
      <dgm:t>
        <a:bodyPr/>
        <a:lstStyle/>
        <a:p>
          <a:endParaRPr lang="en-US"/>
        </a:p>
      </dgm:t>
    </dgm:pt>
    <dgm:pt modelId="{383344D5-567B-48AE-809F-900C5AAA21BB}" type="sibTrans" cxnId="{C306D3D6-D56A-4379-8E58-0D3302783F7D}">
      <dgm:prSet/>
      <dgm:spPr/>
      <dgm:t>
        <a:bodyPr/>
        <a:lstStyle/>
        <a:p>
          <a:endParaRPr lang="en-US"/>
        </a:p>
      </dgm:t>
    </dgm:pt>
    <dgm:pt modelId="{6DB3223A-C07A-40EF-BAE4-A5ABBFD3C31A}">
      <dgm:prSet/>
      <dgm:spPr/>
      <dgm:t>
        <a:bodyPr/>
        <a:lstStyle/>
        <a:p>
          <a:r>
            <a:rPr lang="en-IE"/>
            <a:t>If a neighbour is present, the OSPF-enabled router attempts to establish a </a:t>
          </a:r>
          <a:r>
            <a:rPr lang="en-IE" u="sng"/>
            <a:t>neighbour adjacency </a:t>
          </a:r>
          <a:r>
            <a:rPr lang="en-IE"/>
            <a:t>with that neighbour.</a:t>
          </a:r>
          <a:endParaRPr lang="en-US"/>
        </a:p>
      </dgm:t>
    </dgm:pt>
    <dgm:pt modelId="{08D999F3-3EAC-4CEF-AC38-CB346C2C686F}" type="parTrans" cxnId="{9A5792C8-40CA-4AEC-8AC2-5D11F1097630}">
      <dgm:prSet/>
      <dgm:spPr/>
      <dgm:t>
        <a:bodyPr/>
        <a:lstStyle/>
        <a:p>
          <a:endParaRPr lang="en-US"/>
        </a:p>
      </dgm:t>
    </dgm:pt>
    <dgm:pt modelId="{8B8A13B7-A8A6-494A-BB54-E9FBF6976253}" type="sibTrans" cxnId="{9A5792C8-40CA-4AEC-8AC2-5D11F1097630}">
      <dgm:prSet/>
      <dgm:spPr/>
      <dgm:t>
        <a:bodyPr/>
        <a:lstStyle/>
        <a:p>
          <a:endParaRPr lang="en-US"/>
        </a:p>
      </dgm:t>
    </dgm:pt>
    <dgm:pt modelId="{7BD701CF-7967-4041-89F7-C7D7226FA09D}" type="pres">
      <dgm:prSet presAssocID="{D2DD9C99-E0D2-4009-AC4D-B28C36417033}" presName="linear" presStyleCnt="0">
        <dgm:presLayoutVars>
          <dgm:animLvl val="lvl"/>
          <dgm:resizeHandles val="exact"/>
        </dgm:presLayoutVars>
      </dgm:prSet>
      <dgm:spPr/>
    </dgm:pt>
    <dgm:pt modelId="{DB52E609-FA0B-4AD3-ABF6-BD745868AC68}" type="pres">
      <dgm:prSet presAssocID="{2FAC78D5-9D65-4CA8-A760-467459E845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D6E99EE-F432-4692-8942-7E80ECFAB44E}" type="pres">
      <dgm:prSet presAssocID="{958131A2-7877-4C07-9EE0-86CAB159502B}" presName="spacer" presStyleCnt="0"/>
      <dgm:spPr/>
    </dgm:pt>
    <dgm:pt modelId="{E12D4566-5DC7-44A0-9C77-D68A591C2D01}" type="pres">
      <dgm:prSet presAssocID="{3E3D270B-321E-4E00-8D77-793C7983CB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DC1E04-6162-44A5-8A18-A4E2FB17BC2F}" type="pres">
      <dgm:prSet presAssocID="{383344D5-567B-48AE-809F-900C5AAA21BB}" presName="spacer" presStyleCnt="0"/>
      <dgm:spPr/>
    </dgm:pt>
    <dgm:pt modelId="{8B100B1D-5C78-456A-A5FB-1089D076AA98}" type="pres">
      <dgm:prSet presAssocID="{6DB3223A-C07A-40EF-BAE4-A5ABBFD3C31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96AC20B-914A-49CE-81E8-219436B88A39}" type="presOf" srcId="{2FAC78D5-9D65-4CA8-A760-467459E84524}" destId="{DB52E609-FA0B-4AD3-ABF6-BD745868AC68}" srcOrd="0" destOrd="0" presId="urn:microsoft.com/office/officeart/2005/8/layout/vList2"/>
    <dgm:cxn modelId="{CEC4979A-5C0E-44D8-87DE-DCF802481408}" type="presOf" srcId="{3E3D270B-321E-4E00-8D77-793C7983CBB4}" destId="{E12D4566-5DC7-44A0-9C77-D68A591C2D01}" srcOrd="0" destOrd="0" presId="urn:microsoft.com/office/officeart/2005/8/layout/vList2"/>
    <dgm:cxn modelId="{548BC09A-A793-4591-9BA3-B2934B02F8C5}" srcId="{D2DD9C99-E0D2-4009-AC4D-B28C36417033}" destId="{2FAC78D5-9D65-4CA8-A760-467459E84524}" srcOrd="0" destOrd="0" parTransId="{9020F67B-3919-477C-8251-2DDDC6FBB4C0}" sibTransId="{958131A2-7877-4C07-9EE0-86CAB159502B}"/>
    <dgm:cxn modelId="{9A5792C8-40CA-4AEC-8AC2-5D11F1097630}" srcId="{D2DD9C99-E0D2-4009-AC4D-B28C36417033}" destId="{6DB3223A-C07A-40EF-BAE4-A5ABBFD3C31A}" srcOrd="2" destOrd="0" parTransId="{08D999F3-3EAC-4CEF-AC38-CB346C2C686F}" sibTransId="{8B8A13B7-A8A6-494A-BB54-E9FBF6976253}"/>
    <dgm:cxn modelId="{C306D3D6-D56A-4379-8E58-0D3302783F7D}" srcId="{D2DD9C99-E0D2-4009-AC4D-B28C36417033}" destId="{3E3D270B-321E-4E00-8D77-793C7983CBB4}" srcOrd="1" destOrd="0" parTransId="{063D8478-EBBC-46E7-BE55-76A07B883B36}" sibTransId="{383344D5-567B-48AE-809F-900C5AAA21BB}"/>
    <dgm:cxn modelId="{DA1A3BED-61BE-451F-9664-0A08182C3EE4}" type="presOf" srcId="{D2DD9C99-E0D2-4009-AC4D-B28C36417033}" destId="{7BD701CF-7967-4041-89F7-C7D7226FA09D}" srcOrd="0" destOrd="0" presId="urn:microsoft.com/office/officeart/2005/8/layout/vList2"/>
    <dgm:cxn modelId="{4EFF35FF-F51B-437F-BEB4-844E7B089C18}" type="presOf" srcId="{6DB3223A-C07A-40EF-BAE4-A5ABBFD3C31A}" destId="{8B100B1D-5C78-456A-A5FB-1089D076AA98}" srcOrd="0" destOrd="0" presId="urn:microsoft.com/office/officeart/2005/8/layout/vList2"/>
    <dgm:cxn modelId="{E8BA1717-96B4-4F4F-8CAA-6B55210D05E6}" type="presParOf" srcId="{7BD701CF-7967-4041-89F7-C7D7226FA09D}" destId="{DB52E609-FA0B-4AD3-ABF6-BD745868AC68}" srcOrd="0" destOrd="0" presId="urn:microsoft.com/office/officeart/2005/8/layout/vList2"/>
    <dgm:cxn modelId="{9CF489F7-2A20-439E-AA82-F9657A27A09D}" type="presParOf" srcId="{7BD701CF-7967-4041-89F7-C7D7226FA09D}" destId="{5D6E99EE-F432-4692-8942-7E80ECFAB44E}" srcOrd="1" destOrd="0" presId="urn:microsoft.com/office/officeart/2005/8/layout/vList2"/>
    <dgm:cxn modelId="{2DB0986F-B230-4569-AC3E-1AFDE861C4E9}" type="presParOf" srcId="{7BD701CF-7967-4041-89F7-C7D7226FA09D}" destId="{E12D4566-5DC7-44A0-9C77-D68A591C2D01}" srcOrd="2" destOrd="0" presId="urn:microsoft.com/office/officeart/2005/8/layout/vList2"/>
    <dgm:cxn modelId="{CADE2C4A-1EF6-466C-8ECE-67F9A428E75B}" type="presParOf" srcId="{7BD701CF-7967-4041-89F7-C7D7226FA09D}" destId="{20DC1E04-6162-44A5-8A18-A4E2FB17BC2F}" srcOrd="3" destOrd="0" presId="urn:microsoft.com/office/officeart/2005/8/layout/vList2"/>
    <dgm:cxn modelId="{06B8F56E-93E0-4882-AD9D-FEC137D3C3D4}" type="presParOf" srcId="{7BD701CF-7967-4041-89F7-C7D7226FA09D}" destId="{8B100B1D-5C78-456A-A5FB-1089D076AA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B393BE-16ED-4A13-BC91-90541293CFF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9D7991-5203-4CA4-B143-F5B042D765C7}">
      <dgm:prSet/>
      <dgm:spPr/>
      <dgm:t>
        <a:bodyPr/>
        <a:lstStyle/>
        <a:p>
          <a:r>
            <a:rPr lang="en-IE" u="sng"/>
            <a:t>After</a:t>
          </a:r>
          <a:r>
            <a:rPr lang="en-IE"/>
            <a:t> adjacencies are established, routers then exchange link-state advertisements (LSAs). </a:t>
          </a:r>
          <a:endParaRPr lang="en-US"/>
        </a:p>
      </dgm:t>
    </dgm:pt>
    <dgm:pt modelId="{1269353C-06CA-4899-8845-58EC07B503BA}" type="parTrans" cxnId="{953A49DD-541B-4B9E-A447-BAFDDB730440}">
      <dgm:prSet/>
      <dgm:spPr/>
      <dgm:t>
        <a:bodyPr/>
        <a:lstStyle/>
        <a:p>
          <a:endParaRPr lang="en-US"/>
        </a:p>
      </dgm:t>
    </dgm:pt>
    <dgm:pt modelId="{575FDE00-F315-4B9F-B365-0D6923371D7D}" type="sibTrans" cxnId="{953A49DD-541B-4B9E-A447-BAFDDB730440}">
      <dgm:prSet/>
      <dgm:spPr/>
      <dgm:t>
        <a:bodyPr/>
        <a:lstStyle/>
        <a:p>
          <a:endParaRPr lang="en-US"/>
        </a:p>
      </dgm:t>
    </dgm:pt>
    <dgm:pt modelId="{0B6BFA65-126B-4981-8F5E-5F609E17F238}">
      <dgm:prSet/>
      <dgm:spPr/>
      <dgm:t>
        <a:bodyPr/>
        <a:lstStyle/>
        <a:p>
          <a:r>
            <a:rPr lang="en-IE"/>
            <a:t>LSAs contain the state and cost of each directly connected link.</a:t>
          </a:r>
          <a:endParaRPr lang="en-US"/>
        </a:p>
      </dgm:t>
    </dgm:pt>
    <dgm:pt modelId="{F4889353-125B-4A84-B010-0C3859DDBA85}" type="parTrans" cxnId="{E3D4C554-45D5-43A1-9173-D8264CB6270B}">
      <dgm:prSet/>
      <dgm:spPr/>
      <dgm:t>
        <a:bodyPr/>
        <a:lstStyle/>
        <a:p>
          <a:endParaRPr lang="en-US"/>
        </a:p>
      </dgm:t>
    </dgm:pt>
    <dgm:pt modelId="{D670B773-FBEC-424F-8121-7DAED976772A}" type="sibTrans" cxnId="{E3D4C554-45D5-43A1-9173-D8264CB6270B}">
      <dgm:prSet/>
      <dgm:spPr/>
      <dgm:t>
        <a:bodyPr/>
        <a:lstStyle/>
        <a:p>
          <a:endParaRPr lang="en-US"/>
        </a:p>
      </dgm:t>
    </dgm:pt>
    <dgm:pt modelId="{3F6E62A0-55E1-4E62-BBB9-13CC5068F3EB}">
      <dgm:prSet/>
      <dgm:spPr/>
      <dgm:t>
        <a:bodyPr/>
        <a:lstStyle/>
        <a:p>
          <a:r>
            <a:rPr lang="en-IE"/>
            <a:t>Routers flood their LSAs to adjacent neighbours. </a:t>
          </a:r>
          <a:endParaRPr lang="en-US"/>
        </a:p>
      </dgm:t>
    </dgm:pt>
    <dgm:pt modelId="{EA1C39C0-8823-4402-8378-0B4314C56880}" type="parTrans" cxnId="{49828212-5C98-4548-BE50-F969537DD907}">
      <dgm:prSet/>
      <dgm:spPr/>
      <dgm:t>
        <a:bodyPr/>
        <a:lstStyle/>
        <a:p>
          <a:endParaRPr lang="en-US"/>
        </a:p>
      </dgm:t>
    </dgm:pt>
    <dgm:pt modelId="{3CC69339-A3F4-47D5-B65F-B7454D965357}" type="sibTrans" cxnId="{49828212-5C98-4548-BE50-F969537DD907}">
      <dgm:prSet/>
      <dgm:spPr/>
      <dgm:t>
        <a:bodyPr/>
        <a:lstStyle/>
        <a:p>
          <a:endParaRPr lang="en-US"/>
        </a:p>
      </dgm:t>
    </dgm:pt>
    <dgm:pt modelId="{0C086B98-B87D-4647-9F03-0F1188AD1F5C}">
      <dgm:prSet/>
      <dgm:spPr/>
      <dgm:t>
        <a:bodyPr/>
        <a:lstStyle/>
        <a:p>
          <a:r>
            <a:rPr lang="en-IE"/>
            <a:t>Adjacent neighbours receiving the LSA immediately flood the LSA to other directly connected neighbours, until all routers in the area have all LSAs. (converged).</a:t>
          </a:r>
          <a:endParaRPr lang="en-US"/>
        </a:p>
      </dgm:t>
    </dgm:pt>
    <dgm:pt modelId="{705A884F-B05A-450C-BAD8-2EE538DDF74B}" type="parTrans" cxnId="{61D0C803-4AC6-4F62-9BC2-773DD698339C}">
      <dgm:prSet/>
      <dgm:spPr/>
      <dgm:t>
        <a:bodyPr/>
        <a:lstStyle/>
        <a:p>
          <a:endParaRPr lang="en-US"/>
        </a:p>
      </dgm:t>
    </dgm:pt>
    <dgm:pt modelId="{D3D49086-2803-4BBC-86B8-F8FC4A848082}" type="sibTrans" cxnId="{61D0C803-4AC6-4F62-9BC2-773DD698339C}">
      <dgm:prSet/>
      <dgm:spPr/>
      <dgm:t>
        <a:bodyPr/>
        <a:lstStyle/>
        <a:p>
          <a:endParaRPr lang="en-US"/>
        </a:p>
      </dgm:t>
    </dgm:pt>
    <dgm:pt modelId="{3307F515-D8A3-4C81-939C-363A699F2F83}" type="pres">
      <dgm:prSet presAssocID="{44B393BE-16ED-4A13-BC91-90541293CFF5}" presName="linear" presStyleCnt="0">
        <dgm:presLayoutVars>
          <dgm:animLvl val="lvl"/>
          <dgm:resizeHandles val="exact"/>
        </dgm:presLayoutVars>
      </dgm:prSet>
      <dgm:spPr/>
    </dgm:pt>
    <dgm:pt modelId="{3FAF3155-D7EB-4707-B6C6-F790A24B1640}" type="pres">
      <dgm:prSet presAssocID="{969D7991-5203-4CA4-B143-F5B042D765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FD13DB-EE43-43D7-962F-98FAE63BDBD4}" type="pres">
      <dgm:prSet presAssocID="{575FDE00-F315-4B9F-B365-0D6923371D7D}" presName="spacer" presStyleCnt="0"/>
      <dgm:spPr/>
    </dgm:pt>
    <dgm:pt modelId="{D7A19AD6-5ACB-4EFD-A0C2-EE83F4C72AC2}" type="pres">
      <dgm:prSet presAssocID="{0B6BFA65-126B-4981-8F5E-5F609E17F2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4C1448-6AA2-4E30-975F-0947BF0084C7}" type="pres">
      <dgm:prSet presAssocID="{D670B773-FBEC-424F-8121-7DAED976772A}" presName="spacer" presStyleCnt="0"/>
      <dgm:spPr/>
    </dgm:pt>
    <dgm:pt modelId="{5B652F93-B763-4C61-87DB-1CE83C1426E9}" type="pres">
      <dgm:prSet presAssocID="{3F6E62A0-55E1-4E62-BBB9-13CC5068F3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1E23B0-1703-4B82-8B37-C2528719BFCD}" type="pres">
      <dgm:prSet presAssocID="{3CC69339-A3F4-47D5-B65F-B7454D965357}" presName="spacer" presStyleCnt="0"/>
      <dgm:spPr/>
    </dgm:pt>
    <dgm:pt modelId="{002C3B5E-1C60-4B0A-8443-6ED4F58BB4EA}" type="pres">
      <dgm:prSet presAssocID="{0C086B98-B87D-4647-9F03-0F1188AD1F5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D0C803-4AC6-4F62-9BC2-773DD698339C}" srcId="{44B393BE-16ED-4A13-BC91-90541293CFF5}" destId="{0C086B98-B87D-4647-9F03-0F1188AD1F5C}" srcOrd="3" destOrd="0" parTransId="{705A884F-B05A-450C-BAD8-2EE538DDF74B}" sibTransId="{D3D49086-2803-4BBC-86B8-F8FC4A848082}"/>
    <dgm:cxn modelId="{49828212-5C98-4548-BE50-F969537DD907}" srcId="{44B393BE-16ED-4A13-BC91-90541293CFF5}" destId="{3F6E62A0-55E1-4E62-BBB9-13CC5068F3EB}" srcOrd="2" destOrd="0" parTransId="{EA1C39C0-8823-4402-8378-0B4314C56880}" sibTransId="{3CC69339-A3F4-47D5-B65F-B7454D965357}"/>
    <dgm:cxn modelId="{56B3C829-CA15-4011-A5AB-508C8AA66DEA}" type="presOf" srcId="{969D7991-5203-4CA4-B143-F5B042D765C7}" destId="{3FAF3155-D7EB-4707-B6C6-F790A24B1640}" srcOrd="0" destOrd="0" presId="urn:microsoft.com/office/officeart/2005/8/layout/vList2"/>
    <dgm:cxn modelId="{1FA42D51-9319-44FA-ABE5-6B7D8BB794C7}" type="presOf" srcId="{3F6E62A0-55E1-4E62-BBB9-13CC5068F3EB}" destId="{5B652F93-B763-4C61-87DB-1CE83C1426E9}" srcOrd="0" destOrd="0" presId="urn:microsoft.com/office/officeart/2005/8/layout/vList2"/>
    <dgm:cxn modelId="{E3D4C554-45D5-43A1-9173-D8264CB6270B}" srcId="{44B393BE-16ED-4A13-BC91-90541293CFF5}" destId="{0B6BFA65-126B-4981-8F5E-5F609E17F238}" srcOrd="1" destOrd="0" parTransId="{F4889353-125B-4A84-B010-0C3859DDBA85}" sibTransId="{D670B773-FBEC-424F-8121-7DAED976772A}"/>
    <dgm:cxn modelId="{C031CE83-1138-4642-9783-A5447EE08C1D}" type="presOf" srcId="{44B393BE-16ED-4A13-BC91-90541293CFF5}" destId="{3307F515-D8A3-4C81-939C-363A699F2F83}" srcOrd="0" destOrd="0" presId="urn:microsoft.com/office/officeart/2005/8/layout/vList2"/>
    <dgm:cxn modelId="{580F89D4-A386-4FF3-A7CF-45E45DF30A07}" type="presOf" srcId="{0C086B98-B87D-4647-9F03-0F1188AD1F5C}" destId="{002C3B5E-1C60-4B0A-8443-6ED4F58BB4EA}" srcOrd="0" destOrd="0" presId="urn:microsoft.com/office/officeart/2005/8/layout/vList2"/>
    <dgm:cxn modelId="{953A49DD-541B-4B9E-A447-BAFDDB730440}" srcId="{44B393BE-16ED-4A13-BC91-90541293CFF5}" destId="{969D7991-5203-4CA4-B143-F5B042D765C7}" srcOrd="0" destOrd="0" parTransId="{1269353C-06CA-4899-8845-58EC07B503BA}" sibTransId="{575FDE00-F315-4B9F-B365-0D6923371D7D}"/>
    <dgm:cxn modelId="{49DE96EF-5EC3-4DBB-AF3E-15616C3F8F90}" type="presOf" srcId="{0B6BFA65-126B-4981-8F5E-5F609E17F238}" destId="{D7A19AD6-5ACB-4EFD-A0C2-EE83F4C72AC2}" srcOrd="0" destOrd="0" presId="urn:microsoft.com/office/officeart/2005/8/layout/vList2"/>
    <dgm:cxn modelId="{70B094C6-B45C-4C90-A86B-35A1C3FDDB26}" type="presParOf" srcId="{3307F515-D8A3-4C81-939C-363A699F2F83}" destId="{3FAF3155-D7EB-4707-B6C6-F790A24B1640}" srcOrd="0" destOrd="0" presId="urn:microsoft.com/office/officeart/2005/8/layout/vList2"/>
    <dgm:cxn modelId="{CFF22BEB-5CC4-4748-8CDF-369F2D239DE2}" type="presParOf" srcId="{3307F515-D8A3-4C81-939C-363A699F2F83}" destId="{59FD13DB-EE43-43D7-962F-98FAE63BDBD4}" srcOrd="1" destOrd="0" presId="urn:microsoft.com/office/officeart/2005/8/layout/vList2"/>
    <dgm:cxn modelId="{6FED2502-32DE-4B39-AFCD-F1CB184E0845}" type="presParOf" srcId="{3307F515-D8A3-4C81-939C-363A699F2F83}" destId="{D7A19AD6-5ACB-4EFD-A0C2-EE83F4C72AC2}" srcOrd="2" destOrd="0" presId="urn:microsoft.com/office/officeart/2005/8/layout/vList2"/>
    <dgm:cxn modelId="{E2D1E19D-04A1-4F0D-8479-39395001FEA1}" type="presParOf" srcId="{3307F515-D8A3-4C81-939C-363A699F2F83}" destId="{4A4C1448-6AA2-4E30-975F-0947BF0084C7}" srcOrd="3" destOrd="0" presId="urn:microsoft.com/office/officeart/2005/8/layout/vList2"/>
    <dgm:cxn modelId="{C8FE5B9E-DA76-47CD-B5E9-93494808020C}" type="presParOf" srcId="{3307F515-D8A3-4C81-939C-363A699F2F83}" destId="{5B652F93-B763-4C61-87DB-1CE83C1426E9}" srcOrd="4" destOrd="0" presId="urn:microsoft.com/office/officeart/2005/8/layout/vList2"/>
    <dgm:cxn modelId="{71B34073-6C4E-40F0-A7E2-2456822C431F}" type="presParOf" srcId="{3307F515-D8A3-4C81-939C-363A699F2F83}" destId="{D01E23B0-1703-4B82-8B37-C2528719BFCD}" srcOrd="5" destOrd="0" presId="urn:microsoft.com/office/officeart/2005/8/layout/vList2"/>
    <dgm:cxn modelId="{4BB20B25-E154-4B5D-9F44-FD4FB360E688}" type="presParOf" srcId="{3307F515-D8A3-4C81-939C-363A699F2F83}" destId="{002C3B5E-1C60-4B0A-8443-6ED4F58BB4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48C746-B9F0-4342-A898-3284B2D158C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655D17-79EE-491F-AF79-F737B74A41F2}">
      <dgm:prSet/>
      <dgm:spPr/>
      <dgm:t>
        <a:bodyPr/>
        <a:lstStyle/>
        <a:p>
          <a:r>
            <a:rPr lang="en-IE"/>
            <a:t>After LSAs are received, OSPF-enabled routers build the topology table (LSDB) based on the received LSAs. </a:t>
          </a:r>
          <a:endParaRPr lang="en-US"/>
        </a:p>
      </dgm:t>
    </dgm:pt>
    <dgm:pt modelId="{B97501BC-D77F-4C99-84E8-EE700ADCA4B7}" type="parTrans" cxnId="{34FD46AC-6F47-4481-9330-15AB87E9AA9D}">
      <dgm:prSet/>
      <dgm:spPr/>
      <dgm:t>
        <a:bodyPr/>
        <a:lstStyle/>
        <a:p>
          <a:endParaRPr lang="en-US"/>
        </a:p>
      </dgm:t>
    </dgm:pt>
    <dgm:pt modelId="{17EEE9A4-C0A6-41CC-BDD7-D62CCEFD159A}" type="sibTrans" cxnId="{34FD46AC-6F47-4481-9330-15AB87E9AA9D}">
      <dgm:prSet/>
      <dgm:spPr/>
      <dgm:t>
        <a:bodyPr/>
        <a:lstStyle/>
        <a:p>
          <a:endParaRPr lang="en-US"/>
        </a:p>
      </dgm:t>
    </dgm:pt>
    <dgm:pt modelId="{C1CA6210-A814-4BD1-BFF1-2D1FEF394D24}">
      <dgm:prSet/>
      <dgm:spPr/>
      <dgm:t>
        <a:bodyPr/>
        <a:lstStyle/>
        <a:p>
          <a:r>
            <a:rPr lang="en-IE"/>
            <a:t>This database eventually holds all the information about the topology of the network.</a:t>
          </a:r>
          <a:endParaRPr lang="en-US"/>
        </a:p>
      </dgm:t>
    </dgm:pt>
    <dgm:pt modelId="{0C51A696-E42B-47E8-9C45-28C13B3DE0CA}" type="parTrans" cxnId="{9AF1C5D4-A14E-4FFC-8FB6-B85BCBA0152A}">
      <dgm:prSet/>
      <dgm:spPr/>
      <dgm:t>
        <a:bodyPr/>
        <a:lstStyle/>
        <a:p>
          <a:endParaRPr lang="en-US"/>
        </a:p>
      </dgm:t>
    </dgm:pt>
    <dgm:pt modelId="{17163A8B-59B3-4F55-929A-EB3ED7552F37}" type="sibTrans" cxnId="{9AF1C5D4-A14E-4FFC-8FB6-B85BCBA0152A}">
      <dgm:prSet/>
      <dgm:spPr/>
      <dgm:t>
        <a:bodyPr/>
        <a:lstStyle/>
        <a:p>
          <a:endParaRPr lang="en-US"/>
        </a:p>
      </dgm:t>
    </dgm:pt>
    <dgm:pt modelId="{31472862-6244-41B6-B029-84DBA029E08F}" type="pres">
      <dgm:prSet presAssocID="{9748C746-B9F0-4342-A898-3284B2D158CD}" presName="diagram" presStyleCnt="0">
        <dgm:presLayoutVars>
          <dgm:dir/>
          <dgm:resizeHandles val="exact"/>
        </dgm:presLayoutVars>
      </dgm:prSet>
      <dgm:spPr/>
    </dgm:pt>
    <dgm:pt modelId="{DE991E44-4BBD-4775-B3A6-93ECDBBC8FAC}" type="pres">
      <dgm:prSet presAssocID="{1A655D17-79EE-491F-AF79-F737B74A41F2}" presName="node" presStyleLbl="node1" presStyleIdx="0" presStyleCnt="2">
        <dgm:presLayoutVars>
          <dgm:bulletEnabled val="1"/>
        </dgm:presLayoutVars>
      </dgm:prSet>
      <dgm:spPr/>
    </dgm:pt>
    <dgm:pt modelId="{49C887D1-C42F-4EFA-B0D3-4F6982D0D5E1}" type="pres">
      <dgm:prSet presAssocID="{17EEE9A4-C0A6-41CC-BDD7-D62CCEFD159A}" presName="sibTrans" presStyleCnt="0"/>
      <dgm:spPr/>
    </dgm:pt>
    <dgm:pt modelId="{3A128B38-5E8F-4205-9FF0-68AB7ADC07C0}" type="pres">
      <dgm:prSet presAssocID="{C1CA6210-A814-4BD1-BFF1-2D1FEF394D24}" presName="node" presStyleLbl="node1" presStyleIdx="1" presStyleCnt="2">
        <dgm:presLayoutVars>
          <dgm:bulletEnabled val="1"/>
        </dgm:presLayoutVars>
      </dgm:prSet>
      <dgm:spPr/>
    </dgm:pt>
  </dgm:ptLst>
  <dgm:cxnLst>
    <dgm:cxn modelId="{A413290A-34F9-4528-974F-EC3C723193A1}" type="presOf" srcId="{C1CA6210-A814-4BD1-BFF1-2D1FEF394D24}" destId="{3A128B38-5E8F-4205-9FF0-68AB7ADC07C0}" srcOrd="0" destOrd="0" presId="urn:microsoft.com/office/officeart/2005/8/layout/default"/>
    <dgm:cxn modelId="{34FD46AC-6F47-4481-9330-15AB87E9AA9D}" srcId="{9748C746-B9F0-4342-A898-3284B2D158CD}" destId="{1A655D17-79EE-491F-AF79-F737B74A41F2}" srcOrd="0" destOrd="0" parTransId="{B97501BC-D77F-4C99-84E8-EE700ADCA4B7}" sibTransId="{17EEE9A4-C0A6-41CC-BDD7-D62CCEFD159A}"/>
    <dgm:cxn modelId="{4C9283B2-363C-42EE-B811-457A6E46C753}" type="presOf" srcId="{1A655D17-79EE-491F-AF79-F737B74A41F2}" destId="{DE991E44-4BBD-4775-B3A6-93ECDBBC8FAC}" srcOrd="0" destOrd="0" presId="urn:microsoft.com/office/officeart/2005/8/layout/default"/>
    <dgm:cxn modelId="{9AF1C5D4-A14E-4FFC-8FB6-B85BCBA0152A}" srcId="{9748C746-B9F0-4342-A898-3284B2D158CD}" destId="{C1CA6210-A814-4BD1-BFF1-2D1FEF394D24}" srcOrd="1" destOrd="0" parTransId="{0C51A696-E42B-47E8-9C45-28C13B3DE0CA}" sibTransId="{17163A8B-59B3-4F55-929A-EB3ED7552F37}"/>
    <dgm:cxn modelId="{0A0270F6-035F-4B08-B986-7B5705C3FAF6}" type="presOf" srcId="{9748C746-B9F0-4342-A898-3284B2D158CD}" destId="{31472862-6244-41B6-B029-84DBA029E08F}" srcOrd="0" destOrd="0" presId="urn:microsoft.com/office/officeart/2005/8/layout/default"/>
    <dgm:cxn modelId="{99F389F2-C724-4116-94BB-5E27F61A0D38}" type="presParOf" srcId="{31472862-6244-41B6-B029-84DBA029E08F}" destId="{DE991E44-4BBD-4775-B3A6-93ECDBBC8FAC}" srcOrd="0" destOrd="0" presId="urn:microsoft.com/office/officeart/2005/8/layout/default"/>
    <dgm:cxn modelId="{5A563CE0-7644-4676-A872-FBF95C57B570}" type="presParOf" srcId="{31472862-6244-41B6-B029-84DBA029E08F}" destId="{49C887D1-C42F-4EFA-B0D3-4F6982D0D5E1}" srcOrd="1" destOrd="0" presId="urn:microsoft.com/office/officeart/2005/8/layout/default"/>
    <dgm:cxn modelId="{61C065EB-ED9D-47A0-A074-17952C130C80}" type="presParOf" srcId="{31472862-6244-41B6-B029-84DBA029E08F}" destId="{3A128B38-5E8F-4205-9FF0-68AB7ADC07C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B171CA-DAA9-4E82-A567-53C05671EA3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B1D940D-6391-4CDD-B917-D1BAB4386E36}">
      <dgm:prSet/>
      <dgm:spPr/>
      <dgm:t>
        <a:bodyPr/>
        <a:lstStyle/>
        <a:p>
          <a:r>
            <a:rPr lang="en-IE"/>
            <a:t>Routers then execute the SPF algorithm. </a:t>
          </a:r>
          <a:endParaRPr lang="en-US"/>
        </a:p>
      </dgm:t>
    </dgm:pt>
    <dgm:pt modelId="{1EDAEC17-6EA8-4BBB-AAB1-15B7C437090F}" type="parTrans" cxnId="{B22E4473-D500-46C5-BFDC-E0C04A422641}">
      <dgm:prSet/>
      <dgm:spPr/>
      <dgm:t>
        <a:bodyPr/>
        <a:lstStyle/>
        <a:p>
          <a:endParaRPr lang="en-US"/>
        </a:p>
      </dgm:t>
    </dgm:pt>
    <dgm:pt modelId="{1D70072C-18AD-40F0-8E8A-94AEE911A5CC}" type="sibTrans" cxnId="{B22E4473-D500-46C5-BFDC-E0C04A422641}">
      <dgm:prSet/>
      <dgm:spPr/>
      <dgm:t>
        <a:bodyPr/>
        <a:lstStyle/>
        <a:p>
          <a:endParaRPr lang="en-US"/>
        </a:p>
      </dgm:t>
    </dgm:pt>
    <dgm:pt modelId="{74C64D2A-4864-4B0E-B188-11114695574C}">
      <dgm:prSet/>
      <dgm:spPr/>
      <dgm:t>
        <a:bodyPr/>
        <a:lstStyle/>
        <a:p>
          <a:r>
            <a:rPr lang="en-IE"/>
            <a:t>The SPF algorithm creates the SPF tree.</a:t>
          </a:r>
          <a:endParaRPr lang="en-US"/>
        </a:p>
      </dgm:t>
    </dgm:pt>
    <dgm:pt modelId="{F82F63D1-F348-4A93-A1D1-A8D5B21A2964}" type="parTrans" cxnId="{867BB5B8-78F5-4500-87DC-91F2BFD56369}">
      <dgm:prSet/>
      <dgm:spPr/>
      <dgm:t>
        <a:bodyPr/>
        <a:lstStyle/>
        <a:p>
          <a:endParaRPr lang="en-US"/>
        </a:p>
      </dgm:t>
    </dgm:pt>
    <dgm:pt modelId="{35CC6F5D-D982-45E5-8CD7-C404C2313CAC}" type="sibTrans" cxnId="{867BB5B8-78F5-4500-87DC-91F2BFD56369}">
      <dgm:prSet/>
      <dgm:spPr/>
      <dgm:t>
        <a:bodyPr/>
        <a:lstStyle/>
        <a:p>
          <a:endParaRPr lang="en-US"/>
        </a:p>
      </dgm:t>
    </dgm:pt>
    <dgm:pt modelId="{A9526185-6044-4BB3-876B-3EBF7134F21E}" type="pres">
      <dgm:prSet presAssocID="{20B171CA-DAA9-4E82-A567-53C05671EA39}" presName="linear" presStyleCnt="0">
        <dgm:presLayoutVars>
          <dgm:animLvl val="lvl"/>
          <dgm:resizeHandles val="exact"/>
        </dgm:presLayoutVars>
      </dgm:prSet>
      <dgm:spPr/>
    </dgm:pt>
    <dgm:pt modelId="{64A98397-D81A-42FB-8F91-08702CA3BA49}" type="pres">
      <dgm:prSet presAssocID="{DB1D940D-6391-4CDD-B917-D1BAB4386E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BD5A280-A848-487C-8723-5BA5E5325959}" type="pres">
      <dgm:prSet presAssocID="{1D70072C-18AD-40F0-8E8A-94AEE911A5CC}" presName="spacer" presStyleCnt="0"/>
      <dgm:spPr/>
    </dgm:pt>
    <dgm:pt modelId="{1ED3EE59-2A38-4754-B9A8-226439E8481C}" type="pres">
      <dgm:prSet presAssocID="{74C64D2A-4864-4B0E-B188-11114695574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E939049-AF5A-467D-9C3B-2FEE172BB00B}" type="presOf" srcId="{20B171CA-DAA9-4E82-A567-53C05671EA39}" destId="{A9526185-6044-4BB3-876B-3EBF7134F21E}" srcOrd="0" destOrd="0" presId="urn:microsoft.com/office/officeart/2005/8/layout/vList2"/>
    <dgm:cxn modelId="{D4E5916A-71D4-404A-BBC8-F0BE0E2902A3}" type="presOf" srcId="{DB1D940D-6391-4CDD-B917-D1BAB4386E36}" destId="{64A98397-D81A-42FB-8F91-08702CA3BA49}" srcOrd="0" destOrd="0" presId="urn:microsoft.com/office/officeart/2005/8/layout/vList2"/>
    <dgm:cxn modelId="{BA203170-BBA7-452E-ABDC-5728868AEFAA}" type="presOf" srcId="{74C64D2A-4864-4B0E-B188-11114695574C}" destId="{1ED3EE59-2A38-4754-B9A8-226439E8481C}" srcOrd="0" destOrd="0" presId="urn:microsoft.com/office/officeart/2005/8/layout/vList2"/>
    <dgm:cxn modelId="{B22E4473-D500-46C5-BFDC-E0C04A422641}" srcId="{20B171CA-DAA9-4E82-A567-53C05671EA39}" destId="{DB1D940D-6391-4CDD-B917-D1BAB4386E36}" srcOrd="0" destOrd="0" parTransId="{1EDAEC17-6EA8-4BBB-AAB1-15B7C437090F}" sibTransId="{1D70072C-18AD-40F0-8E8A-94AEE911A5CC}"/>
    <dgm:cxn modelId="{867BB5B8-78F5-4500-87DC-91F2BFD56369}" srcId="{20B171CA-DAA9-4E82-A567-53C05671EA39}" destId="{74C64D2A-4864-4B0E-B188-11114695574C}" srcOrd="1" destOrd="0" parTransId="{F82F63D1-F348-4A93-A1D1-A8D5B21A2964}" sibTransId="{35CC6F5D-D982-45E5-8CD7-C404C2313CAC}"/>
    <dgm:cxn modelId="{3FFC4648-7814-46DF-B3C8-0D66DE70CECE}" type="presParOf" srcId="{A9526185-6044-4BB3-876B-3EBF7134F21E}" destId="{64A98397-D81A-42FB-8F91-08702CA3BA49}" srcOrd="0" destOrd="0" presId="urn:microsoft.com/office/officeart/2005/8/layout/vList2"/>
    <dgm:cxn modelId="{5C4A3623-EA11-4701-B3A3-9F99F761E654}" type="presParOf" srcId="{A9526185-6044-4BB3-876B-3EBF7134F21E}" destId="{EBD5A280-A848-487C-8723-5BA5E5325959}" srcOrd="1" destOrd="0" presId="urn:microsoft.com/office/officeart/2005/8/layout/vList2"/>
    <dgm:cxn modelId="{BB6A42C6-C19D-4204-BA09-E4BEF344D874}" type="presParOf" srcId="{A9526185-6044-4BB3-876B-3EBF7134F21E}" destId="{1ED3EE59-2A38-4754-B9A8-226439E8481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63FA88-102A-4C95-95FF-91CBD54C113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EEB6E3-EA01-4207-A816-2F86D4DC50D8}">
      <dgm:prSet/>
      <dgm:spPr/>
      <dgm:t>
        <a:bodyPr/>
        <a:lstStyle/>
        <a:p>
          <a:r>
            <a:rPr lang="en-IE"/>
            <a:t>From the SPF tree, the best paths are inserted into the routing table. </a:t>
          </a:r>
          <a:endParaRPr lang="en-US"/>
        </a:p>
      </dgm:t>
    </dgm:pt>
    <dgm:pt modelId="{96BC285A-7478-4511-B1E4-BE227101CA79}" type="parTrans" cxnId="{8A33A0DC-64F5-42A7-A0EF-3459635E227E}">
      <dgm:prSet/>
      <dgm:spPr/>
      <dgm:t>
        <a:bodyPr/>
        <a:lstStyle/>
        <a:p>
          <a:endParaRPr lang="en-US"/>
        </a:p>
      </dgm:t>
    </dgm:pt>
    <dgm:pt modelId="{347E7C02-3E4E-4BBE-BF65-E6D5FE1BE732}" type="sibTrans" cxnId="{8A33A0DC-64F5-42A7-A0EF-3459635E227E}">
      <dgm:prSet/>
      <dgm:spPr/>
      <dgm:t>
        <a:bodyPr/>
        <a:lstStyle/>
        <a:p>
          <a:endParaRPr lang="en-US"/>
        </a:p>
      </dgm:t>
    </dgm:pt>
    <dgm:pt modelId="{897B87B9-EE58-4F22-AD22-B11CE6687B30}">
      <dgm:prSet/>
      <dgm:spPr/>
      <dgm:t>
        <a:bodyPr/>
        <a:lstStyle/>
        <a:p>
          <a:r>
            <a:rPr lang="en-IE"/>
            <a:t>Routing decisions are made based on the entries in the routing table.</a:t>
          </a:r>
          <a:endParaRPr lang="en-US"/>
        </a:p>
      </dgm:t>
    </dgm:pt>
    <dgm:pt modelId="{4D202C12-C6D6-43CC-A902-1FCA22CA67BB}" type="parTrans" cxnId="{F894F5F5-DA10-47F3-9BA4-C561A6221E10}">
      <dgm:prSet/>
      <dgm:spPr/>
      <dgm:t>
        <a:bodyPr/>
        <a:lstStyle/>
        <a:p>
          <a:endParaRPr lang="en-US"/>
        </a:p>
      </dgm:t>
    </dgm:pt>
    <dgm:pt modelId="{4BF7592E-CB72-4C58-81FB-D81424E069B0}" type="sibTrans" cxnId="{F894F5F5-DA10-47F3-9BA4-C561A6221E10}">
      <dgm:prSet/>
      <dgm:spPr/>
      <dgm:t>
        <a:bodyPr/>
        <a:lstStyle/>
        <a:p>
          <a:endParaRPr lang="en-US"/>
        </a:p>
      </dgm:t>
    </dgm:pt>
    <dgm:pt modelId="{53563218-B568-443E-9941-9993974F73D5}" type="pres">
      <dgm:prSet presAssocID="{ED63FA88-102A-4C95-95FF-91CBD54C1130}" presName="linear" presStyleCnt="0">
        <dgm:presLayoutVars>
          <dgm:animLvl val="lvl"/>
          <dgm:resizeHandles val="exact"/>
        </dgm:presLayoutVars>
      </dgm:prSet>
      <dgm:spPr/>
    </dgm:pt>
    <dgm:pt modelId="{82E74F7A-3B02-4EC3-8D68-2DC11DC1F6A1}" type="pres">
      <dgm:prSet presAssocID="{44EEB6E3-EA01-4207-A816-2F86D4DC50D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8C5469A-2919-4B19-B48B-DCC41F5873CD}" type="pres">
      <dgm:prSet presAssocID="{347E7C02-3E4E-4BBE-BF65-E6D5FE1BE732}" presName="spacer" presStyleCnt="0"/>
      <dgm:spPr/>
    </dgm:pt>
    <dgm:pt modelId="{669B31A9-39CF-4F62-B13C-EA168043D117}" type="pres">
      <dgm:prSet presAssocID="{897B87B9-EE58-4F22-AD22-B11CE6687B3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8BF30C-A53B-45D9-BA90-80CACED1AE55}" type="presOf" srcId="{897B87B9-EE58-4F22-AD22-B11CE6687B30}" destId="{669B31A9-39CF-4F62-B13C-EA168043D117}" srcOrd="0" destOrd="0" presId="urn:microsoft.com/office/officeart/2005/8/layout/vList2"/>
    <dgm:cxn modelId="{48C33DA1-CC5A-4206-BB30-7078FFAF8BC5}" type="presOf" srcId="{44EEB6E3-EA01-4207-A816-2F86D4DC50D8}" destId="{82E74F7A-3B02-4EC3-8D68-2DC11DC1F6A1}" srcOrd="0" destOrd="0" presId="urn:microsoft.com/office/officeart/2005/8/layout/vList2"/>
    <dgm:cxn modelId="{8A33A0DC-64F5-42A7-A0EF-3459635E227E}" srcId="{ED63FA88-102A-4C95-95FF-91CBD54C1130}" destId="{44EEB6E3-EA01-4207-A816-2F86D4DC50D8}" srcOrd="0" destOrd="0" parTransId="{96BC285A-7478-4511-B1E4-BE227101CA79}" sibTransId="{347E7C02-3E4E-4BBE-BF65-E6D5FE1BE732}"/>
    <dgm:cxn modelId="{18278DF1-B762-468C-8BAF-13093DA617D5}" type="presOf" srcId="{ED63FA88-102A-4C95-95FF-91CBD54C1130}" destId="{53563218-B568-443E-9941-9993974F73D5}" srcOrd="0" destOrd="0" presId="urn:microsoft.com/office/officeart/2005/8/layout/vList2"/>
    <dgm:cxn modelId="{F894F5F5-DA10-47F3-9BA4-C561A6221E10}" srcId="{ED63FA88-102A-4C95-95FF-91CBD54C1130}" destId="{897B87B9-EE58-4F22-AD22-B11CE6687B30}" srcOrd="1" destOrd="0" parTransId="{4D202C12-C6D6-43CC-A902-1FCA22CA67BB}" sibTransId="{4BF7592E-CB72-4C58-81FB-D81424E069B0}"/>
    <dgm:cxn modelId="{5958C82A-408A-4037-9CD2-C75AA1528CD5}" type="presParOf" srcId="{53563218-B568-443E-9941-9993974F73D5}" destId="{82E74F7A-3B02-4EC3-8D68-2DC11DC1F6A1}" srcOrd="0" destOrd="0" presId="urn:microsoft.com/office/officeart/2005/8/layout/vList2"/>
    <dgm:cxn modelId="{86953EA5-B02C-45C6-BF3B-27322099F895}" type="presParOf" srcId="{53563218-B568-443E-9941-9993974F73D5}" destId="{C8C5469A-2919-4B19-B48B-DCC41F5873CD}" srcOrd="1" destOrd="0" presId="urn:microsoft.com/office/officeart/2005/8/layout/vList2"/>
    <dgm:cxn modelId="{8145421B-23E9-4D4D-8CD0-0651D0E92D25}" type="presParOf" srcId="{53563218-B568-443E-9941-9993974F73D5}" destId="{669B31A9-39CF-4F62-B13C-EA168043D11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022EFE-D1D9-40E5-8FFD-3313590C6F0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886EFD-C9F5-454A-B21F-9AC6092232D5}">
      <dgm:prSet/>
      <dgm:spPr/>
      <dgm:t>
        <a:bodyPr/>
        <a:lstStyle/>
        <a:p>
          <a:r>
            <a:rPr lang="en-GB"/>
            <a:t>To make OSPF more efficient and scalable, OSPF supports </a:t>
          </a:r>
          <a:r>
            <a:rPr lang="en-GB" u="sng"/>
            <a:t>hierarchical routing</a:t>
          </a:r>
          <a:r>
            <a:rPr lang="en-GB"/>
            <a:t> using areas.</a:t>
          </a:r>
          <a:endParaRPr lang="en-US"/>
        </a:p>
      </dgm:t>
    </dgm:pt>
    <dgm:pt modelId="{CCAC01F2-15C7-4AD5-969B-67DBE69CD5FC}" type="parTrans" cxnId="{6DB5B914-1D2F-481C-BEEC-87C70A2E1B84}">
      <dgm:prSet/>
      <dgm:spPr/>
      <dgm:t>
        <a:bodyPr/>
        <a:lstStyle/>
        <a:p>
          <a:endParaRPr lang="en-US"/>
        </a:p>
      </dgm:t>
    </dgm:pt>
    <dgm:pt modelId="{0B41AF65-75C9-4B98-9313-35A08FFBF015}" type="sibTrans" cxnId="{6DB5B914-1D2F-481C-BEEC-87C70A2E1B84}">
      <dgm:prSet/>
      <dgm:spPr/>
      <dgm:t>
        <a:bodyPr/>
        <a:lstStyle/>
        <a:p>
          <a:endParaRPr lang="en-US"/>
        </a:p>
      </dgm:t>
    </dgm:pt>
    <dgm:pt modelId="{79CD32F8-AB0A-4B64-BC81-BAF99564C369}">
      <dgm:prSet/>
      <dgm:spPr/>
      <dgm:t>
        <a:bodyPr/>
        <a:lstStyle/>
        <a:p>
          <a:r>
            <a:rPr lang="en-GB"/>
            <a:t>An OSPF area is a group of routers that share the same link-state information in their LSDBs.</a:t>
          </a:r>
          <a:endParaRPr lang="en-US"/>
        </a:p>
      </dgm:t>
    </dgm:pt>
    <dgm:pt modelId="{85565AAF-C203-42D8-AA0F-3314B1809E39}" type="parTrans" cxnId="{15A30E96-F80F-48D2-8678-47722AF3E55D}">
      <dgm:prSet/>
      <dgm:spPr/>
      <dgm:t>
        <a:bodyPr/>
        <a:lstStyle/>
        <a:p>
          <a:endParaRPr lang="en-US"/>
        </a:p>
      </dgm:t>
    </dgm:pt>
    <dgm:pt modelId="{4557F391-8254-4314-88DA-B8146D6B0251}" type="sibTrans" cxnId="{15A30E96-F80F-48D2-8678-47722AF3E55D}">
      <dgm:prSet/>
      <dgm:spPr/>
      <dgm:t>
        <a:bodyPr/>
        <a:lstStyle/>
        <a:p>
          <a:endParaRPr lang="en-US"/>
        </a:p>
      </dgm:t>
    </dgm:pt>
    <dgm:pt modelId="{D5DCE0FF-BCCA-4A20-97A8-E72003BEE20A}">
      <dgm:prSet/>
      <dgm:spPr/>
      <dgm:t>
        <a:bodyPr/>
        <a:lstStyle/>
        <a:p>
          <a:r>
            <a:rPr lang="en-GB"/>
            <a:t>LSDB = Link State Data Base</a:t>
          </a:r>
          <a:endParaRPr lang="en-US"/>
        </a:p>
      </dgm:t>
    </dgm:pt>
    <dgm:pt modelId="{B8B9D9E4-EA91-4CCD-95F3-2A5BBA4F7E68}" type="parTrans" cxnId="{F44C3381-A3B6-448C-81FA-A2C80A189EF5}">
      <dgm:prSet/>
      <dgm:spPr/>
      <dgm:t>
        <a:bodyPr/>
        <a:lstStyle/>
        <a:p>
          <a:endParaRPr lang="en-US"/>
        </a:p>
      </dgm:t>
    </dgm:pt>
    <dgm:pt modelId="{25D4761B-FE6C-4DDC-A6C7-17F4C9B19893}" type="sibTrans" cxnId="{F44C3381-A3B6-448C-81FA-A2C80A189EF5}">
      <dgm:prSet/>
      <dgm:spPr/>
      <dgm:t>
        <a:bodyPr/>
        <a:lstStyle/>
        <a:p>
          <a:endParaRPr lang="en-US"/>
        </a:p>
      </dgm:t>
    </dgm:pt>
    <dgm:pt modelId="{FF5CBF67-F91A-4D9B-8C60-7CE1A13D434B}">
      <dgm:prSet/>
      <dgm:spPr/>
      <dgm:t>
        <a:bodyPr/>
        <a:lstStyle/>
        <a:p>
          <a:r>
            <a:rPr lang="en-GB"/>
            <a:t>LSDB = Creates the topology table</a:t>
          </a:r>
          <a:endParaRPr lang="en-US"/>
        </a:p>
      </dgm:t>
    </dgm:pt>
    <dgm:pt modelId="{7E72C76B-AE0E-434B-8A11-B9E29F5F1B15}" type="parTrans" cxnId="{41F21438-FCC1-4A04-8A23-572CEB5A762C}">
      <dgm:prSet/>
      <dgm:spPr/>
      <dgm:t>
        <a:bodyPr/>
        <a:lstStyle/>
        <a:p>
          <a:endParaRPr lang="en-US"/>
        </a:p>
      </dgm:t>
    </dgm:pt>
    <dgm:pt modelId="{376C2B65-800E-4A32-B0CB-4FA8F0C1D18C}" type="sibTrans" cxnId="{41F21438-FCC1-4A04-8A23-572CEB5A762C}">
      <dgm:prSet/>
      <dgm:spPr/>
      <dgm:t>
        <a:bodyPr/>
        <a:lstStyle/>
        <a:p>
          <a:endParaRPr lang="en-US"/>
        </a:p>
      </dgm:t>
    </dgm:pt>
    <dgm:pt modelId="{EE9FD803-EB2C-4937-8DA1-5CDC1560C268}" type="pres">
      <dgm:prSet presAssocID="{F8022EFE-D1D9-40E5-8FFD-3313590C6F05}" presName="linear" presStyleCnt="0">
        <dgm:presLayoutVars>
          <dgm:animLvl val="lvl"/>
          <dgm:resizeHandles val="exact"/>
        </dgm:presLayoutVars>
      </dgm:prSet>
      <dgm:spPr/>
    </dgm:pt>
    <dgm:pt modelId="{ECC18F45-4F56-4949-B30A-9CE5CF5E9E6C}" type="pres">
      <dgm:prSet presAssocID="{71886EFD-C9F5-454A-B21F-9AC6092232D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6083FD-94C4-4DF2-AB89-9E5D6DBDE415}" type="pres">
      <dgm:prSet presAssocID="{0B41AF65-75C9-4B98-9313-35A08FFBF015}" presName="spacer" presStyleCnt="0"/>
      <dgm:spPr/>
    </dgm:pt>
    <dgm:pt modelId="{7B17FFE1-6E45-45EA-884F-BEF726EB077C}" type="pres">
      <dgm:prSet presAssocID="{79CD32F8-AB0A-4B64-BC81-BAF99564C3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5CCB8C-973D-48C7-A30E-95ED8FF67B38}" type="pres">
      <dgm:prSet presAssocID="{4557F391-8254-4314-88DA-B8146D6B0251}" presName="spacer" presStyleCnt="0"/>
      <dgm:spPr/>
    </dgm:pt>
    <dgm:pt modelId="{CAC6259E-1129-452D-B055-1029EFFB3614}" type="pres">
      <dgm:prSet presAssocID="{D5DCE0FF-BCCA-4A20-97A8-E72003BEE2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657E24-21D5-42B5-AE49-C6C5F8B53D03}" type="pres">
      <dgm:prSet presAssocID="{25D4761B-FE6C-4DDC-A6C7-17F4C9B19893}" presName="spacer" presStyleCnt="0"/>
      <dgm:spPr/>
    </dgm:pt>
    <dgm:pt modelId="{F806D608-CA1D-4122-AE6D-3CA425846DD7}" type="pres">
      <dgm:prSet presAssocID="{FF5CBF67-F91A-4D9B-8C60-7CE1A13D434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B5B914-1D2F-481C-BEEC-87C70A2E1B84}" srcId="{F8022EFE-D1D9-40E5-8FFD-3313590C6F05}" destId="{71886EFD-C9F5-454A-B21F-9AC6092232D5}" srcOrd="0" destOrd="0" parTransId="{CCAC01F2-15C7-4AD5-969B-67DBE69CD5FC}" sibTransId="{0B41AF65-75C9-4B98-9313-35A08FFBF015}"/>
    <dgm:cxn modelId="{41F21438-FCC1-4A04-8A23-572CEB5A762C}" srcId="{F8022EFE-D1D9-40E5-8FFD-3313590C6F05}" destId="{FF5CBF67-F91A-4D9B-8C60-7CE1A13D434B}" srcOrd="3" destOrd="0" parTransId="{7E72C76B-AE0E-434B-8A11-B9E29F5F1B15}" sibTransId="{376C2B65-800E-4A32-B0CB-4FA8F0C1D18C}"/>
    <dgm:cxn modelId="{E0DB923F-F0DB-4746-A175-B65B3FCC39BD}" type="presOf" srcId="{F8022EFE-D1D9-40E5-8FFD-3313590C6F05}" destId="{EE9FD803-EB2C-4937-8DA1-5CDC1560C268}" srcOrd="0" destOrd="0" presId="urn:microsoft.com/office/officeart/2005/8/layout/vList2"/>
    <dgm:cxn modelId="{F54DFD48-D353-428F-A9D1-14E59E478B8F}" type="presOf" srcId="{71886EFD-C9F5-454A-B21F-9AC6092232D5}" destId="{ECC18F45-4F56-4949-B30A-9CE5CF5E9E6C}" srcOrd="0" destOrd="0" presId="urn:microsoft.com/office/officeart/2005/8/layout/vList2"/>
    <dgm:cxn modelId="{96325777-A0CC-4F6B-8253-A38DE15476F1}" type="presOf" srcId="{D5DCE0FF-BCCA-4A20-97A8-E72003BEE20A}" destId="{CAC6259E-1129-452D-B055-1029EFFB3614}" srcOrd="0" destOrd="0" presId="urn:microsoft.com/office/officeart/2005/8/layout/vList2"/>
    <dgm:cxn modelId="{3172F67A-B564-44F6-BBAC-257B40F606B4}" type="presOf" srcId="{79CD32F8-AB0A-4B64-BC81-BAF99564C369}" destId="{7B17FFE1-6E45-45EA-884F-BEF726EB077C}" srcOrd="0" destOrd="0" presId="urn:microsoft.com/office/officeart/2005/8/layout/vList2"/>
    <dgm:cxn modelId="{F44C3381-A3B6-448C-81FA-A2C80A189EF5}" srcId="{F8022EFE-D1D9-40E5-8FFD-3313590C6F05}" destId="{D5DCE0FF-BCCA-4A20-97A8-E72003BEE20A}" srcOrd="2" destOrd="0" parTransId="{B8B9D9E4-EA91-4CCD-95F3-2A5BBA4F7E68}" sibTransId="{25D4761B-FE6C-4DDC-A6C7-17F4C9B19893}"/>
    <dgm:cxn modelId="{15A30E96-F80F-48D2-8678-47722AF3E55D}" srcId="{F8022EFE-D1D9-40E5-8FFD-3313590C6F05}" destId="{79CD32F8-AB0A-4B64-BC81-BAF99564C369}" srcOrd="1" destOrd="0" parTransId="{85565AAF-C203-42D8-AA0F-3314B1809E39}" sibTransId="{4557F391-8254-4314-88DA-B8146D6B0251}"/>
    <dgm:cxn modelId="{5E6BB4D9-926B-4C6E-9A79-5037671C5325}" type="presOf" srcId="{FF5CBF67-F91A-4D9B-8C60-7CE1A13D434B}" destId="{F806D608-CA1D-4122-AE6D-3CA425846DD7}" srcOrd="0" destOrd="0" presId="urn:microsoft.com/office/officeart/2005/8/layout/vList2"/>
    <dgm:cxn modelId="{A1C83FBE-9025-410E-9FE4-AAABD1691BAB}" type="presParOf" srcId="{EE9FD803-EB2C-4937-8DA1-5CDC1560C268}" destId="{ECC18F45-4F56-4949-B30A-9CE5CF5E9E6C}" srcOrd="0" destOrd="0" presId="urn:microsoft.com/office/officeart/2005/8/layout/vList2"/>
    <dgm:cxn modelId="{32B6B91A-0E6E-497D-B223-A9F47A4EB743}" type="presParOf" srcId="{EE9FD803-EB2C-4937-8DA1-5CDC1560C268}" destId="{CF6083FD-94C4-4DF2-AB89-9E5D6DBDE415}" srcOrd="1" destOrd="0" presId="urn:microsoft.com/office/officeart/2005/8/layout/vList2"/>
    <dgm:cxn modelId="{606FCC39-1E96-4A64-91FC-6AE3C7CBABF8}" type="presParOf" srcId="{EE9FD803-EB2C-4937-8DA1-5CDC1560C268}" destId="{7B17FFE1-6E45-45EA-884F-BEF726EB077C}" srcOrd="2" destOrd="0" presId="urn:microsoft.com/office/officeart/2005/8/layout/vList2"/>
    <dgm:cxn modelId="{E15916FF-D05E-49D2-87A1-6B80C9DFB7CE}" type="presParOf" srcId="{EE9FD803-EB2C-4937-8DA1-5CDC1560C268}" destId="{505CCB8C-973D-48C7-A30E-95ED8FF67B38}" srcOrd="3" destOrd="0" presId="urn:microsoft.com/office/officeart/2005/8/layout/vList2"/>
    <dgm:cxn modelId="{D3F5876C-5032-4485-AE49-FAF04F1FDF9D}" type="presParOf" srcId="{EE9FD803-EB2C-4937-8DA1-5CDC1560C268}" destId="{CAC6259E-1129-452D-B055-1029EFFB3614}" srcOrd="4" destOrd="0" presId="urn:microsoft.com/office/officeart/2005/8/layout/vList2"/>
    <dgm:cxn modelId="{80E008B5-93E4-49B8-AE33-94F30E5D4CF5}" type="presParOf" srcId="{EE9FD803-EB2C-4937-8DA1-5CDC1560C268}" destId="{6C657E24-21D5-42B5-AE49-C6C5F8B53D03}" srcOrd="5" destOrd="0" presId="urn:microsoft.com/office/officeart/2005/8/layout/vList2"/>
    <dgm:cxn modelId="{1F6F8441-37FD-4EFA-9C20-F0751CDEEB66}" type="presParOf" srcId="{EE9FD803-EB2C-4937-8DA1-5CDC1560C268}" destId="{F806D608-CA1D-4122-AE6D-3CA425846D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4AC30B9-C2B2-45FB-9190-B91DA6B0199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3E7784-686E-4E31-AB06-730149EE388A}">
      <dgm:prSet/>
      <dgm:spPr/>
      <dgm:t>
        <a:bodyPr/>
        <a:lstStyle/>
        <a:p>
          <a:r>
            <a:rPr lang="en-GB"/>
            <a:t>OSPF can be implemented in one of two ways:</a:t>
          </a:r>
          <a:endParaRPr lang="en-US"/>
        </a:p>
      </dgm:t>
    </dgm:pt>
    <dgm:pt modelId="{401F1EC3-8B08-4AB4-9DAF-41FEFAC41EA4}" type="parTrans" cxnId="{C69CCEB3-0709-425C-B611-49A16C5BCD46}">
      <dgm:prSet/>
      <dgm:spPr/>
      <dgm:t>
        <a:bodyPr/>
        <a:lstStyle/>
        <a:p>
          <a:endParaRPr lang="en-US"/>
        </a:p>
      </dgm:t>
    </dgm:pt>
    <dgm:pt modelId="{68A135E9-3C97-4EA7-87F1-324E23E01F0B}" type="sibTrans" cxnId="{C69CCEB3-0709-425C-B611-49A16C5BCD46}">
      <dgm:prSet/>
      <dgm:spPr/>
      <dgm:t>
        <a:bodyPr/>
        <a:lstStyle/>
        <a:p>
          <a:endParaRPr lang="en-US"/>
        </a:p>
      </dgm:t>
    </dgm:pt>
    <dgm:pt modelId="{B64AE3E5-251F-4CE3-B898-E12BBF4C8563}">
      <dgm:prSet/>
      <dgm:spPr/>
      <dgm:t>
        <a:bodyPr/>
        <a:lstStyle/>
        <a:p>
          <a:r>
            <a:rPr lang="en-GB" b="1"/>
            <a:t>Single-Area OSPF </a:t>
          </a:r>
          <a:r>
            <a:rPr lang="en-GB"/>
            <a:t>-  all routers are in one area called the backbone area (area 0).</a:t>
          </a:r>
          <a:endParaRPr lang="en-US"/>
        </a:p>
      </dgm:t>
    </dgm:pt>
    <dgm:pt modelId="{C9E6F94F-38F4-4E68-98A5-D71D58CBAAB9}" type="parTrans" cxnId="{4E6338DA-943B-4574-8A76-456D3CE9A625}">
      <dgm:prSet/>
      <dgm:spPr/>
      <dgm:t>
        <a:bodyPr/>
        <a:lstStyle/>
        <a:p>
          <a:endParaRPr lang="en-US"/>
        </a:p>
      </dgm:t>
    </dgm:pt>
    <dgm:pt modelId="{765316D4-9C7E-4339-B0F5-C9C3FDD29243}" type="sibTrans" cxnId="{4E6338DA-943B-4574-8A76-456D3CE9A625}">
      <dgm:prSet/>
      <dgm:spPr/>
      <dgm:t>
        <a:bodyPr/>
        <a:lstStyle/>
        <a:p>
          <a:endParaRPr lang="en-US"/>
        </a:p>
      </dgm:t>
    </dgm:pt>
    <dgm:pt modelId="{4D675B1B-35D8-4B4A-B648-4DB2B43DFCF6}">
      <dgm:prSet/>
      <dgm:spPr/>
      <dgm:t>
        <a:bodyPr/>
        <a:lstStyle/>
        <a:p>
          <a:r>
            <a:rPr lang="en-GB" b="1"/>
            <a:t>Multi-area OSPF </a:t>
          </a:r>
          <a:r>
            <a:rPr lang="en-GB"/>
            <a:t>- OSPF is implemented using multiple areas, in a hierarchal fashion. </a:t>
          </a:r>
          <a:endParaRPr lang="en-US"/>
        </a:p>
      </dgm:t>
    </dgm:pt>
    <dgm:pt modelId="{D03497FB-0D1D-4940-B12D-65ACFBE901F5}" type="parTrans" cxnId="{06CEBD5C-9FC7-4615-863B-435D796F99F1}">
      <dgm:prSet/>
      <dgm:spPr/>
      <dgm:t>
        <a:bodyPr/>
        <a:lstStyle/>
        <a:p>
          <a:endParaRPr lang="en-US"/>
        </a:p>
      </dgm:t>
    </dgm:pt>
    <dgm:pt modelId="{713CA56E-8F88-4E14-B1DA-B707C8D2687B}" type="sibTrans" cxnId="{06CEBD5C-9FC7-4615-863B-435D796F99F1}">
      <dgm:prSet/>
      <dgm:spPr/>
      <dgm:t>
        <a:bodyPr/>
        <a:lstStyle/>
        <a:p>
          <a:endParaRPr lang="en-US"/>
        </a:p>
      </dgm:t>
    </dgm:pt>
    <dgm:pt modelId="{47BCFABC-83A8-4F53-92CF-5FC902E2E483}">
      <dgm:prSet/>
      <dgm:spPr/>
      <dgm:t>
        <a:bodyPr/>
        <a:lstStyle/>
        <a:p>
          <a:r>
            <a:rPr lang="en-GB"/>
            <a:t>All areas must connect to the backbone area (area 0). </a:t>
          </a:r>
          <a:endParaRPr lang="en-US"/>
        </a:p>
      </dgm:t>
    </dgm:pt>
    <dgm:pt modelId="{14C19CC1-D2A6-4865-8D68-3F86B0CA057C}" type="parTrans" cxnId="{F52ACEF9-31FF-4A5A-A118-8A2FDAFCF2EE}">
      <dgm:prSet/>
      <dgm:spPr/>
      <dgm:t>
        <a:bodyPr/>
        <a:lstStyle/>
        <a:p>
          <a:endParaRPr lang="en-US"/>
        </a:p>
      </dgm:t>
    </dgm:pt>
    <dgm:pt modelId="{6C6D8CEF-761F-4E03-B423-CE8E2108E1CE}" type="sibTrans" cxnId="{F52ACEF9-31FF-4A5A-A118-8A2FDAFCF2EE}">
      <dgm:prSet/>
      <dgm:spPr/>
      <dgm:t>
        <a:bodyPr/>
        <a:lstStyle/>
        <a:p>
          <a:endParaRPr lang="en-US"/>
        </a:p>
      </dgm:t>
    </dgm:pt>
    <dgm:pt modelId="{C4106C41-4B8C-4A71-9A5E-426D446BA114}">
      <dgm:prSet/>
      <dgm:spPr/>
      <dgm:t>
        <a:bodyPr/>
        <a:lstStyle/>
        <a:p>
          <a:r>
            <a:rPr lang="en-GB"/>
            <a:t>Routers interconnecting the areas are referred to as Area Border Routers (ABR).</a:t>
          </a:r>
          <a:endParaRPr lang="en-US"/>
        </a:p>
      </dgm:t>
    </dgm:pt>
    <dgm:pt modelId="{C6A7A827-3E1C-4D57-9D06-BA4A699657DB}" type="parTrans" cxnId="{19C98CE4-D05C-45F2-8F5D-D7FBE4851351}">
      <dgm:prSet/>
      <dgm:spPr/>
      <dgm:t>
        <a:bodyPr/>
        <a:lstStyle/>
        <a:p>
          <a:endParaRPr lang="en-US"/>
        </a:p>
      </dgm:t>
    </dgm:pt>
    <dgm:pt modelId="{75BC4774-1607-4C8A-AC73-67CEB8871E4E}" type="sibTrans" cxnId="{19C98CE4-D05C-45F2-8F5D-D7FBE4851351}">
      <dgm:prSet/>
      <dgm:spPr/>
      <dgm:t>
        <a:bodyPr/>
        <a:lstStyle/>
        <a:p>
          <a:endParaRPr lang="en-US"/>
        </a:p>
      </dgm:t>
    </dgm:pt>
    <dgm:pt modelId="{FE7CD155-E994-4BE1-AB0B-902B62A18483}" type="pres">
      <dgm:prSet presAssocID="{04AC30B9-C2B2-45FB-9190-B91DA6B01996}" presName="linear" presStyleCnt="0">
        <dgm:presLayoutVars>
          <dgm:animLvl val="lvl"/>
          <dgm:resizeHandles val="exact"/>
        </dgm:presLayoutVars>
      </dgm:prSet>
      <dgm:spPr/>
    </dgm:pt>
    <dgm:pt modelId="{0FA17272-B047-4E37-8AE0-C5F080BDF98B}" type="pres">
      <dgm:prSet presAssocID="{A83E7784-686E-4E31-AB06-730149EE388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E58CEA2-738C-40D4-BBDE-76F0A8B99E56}" type="pres">
      <dgm:prSet presAssocID="{68A135E9-3C97-4EA7-87F1-324E23E01F0B}" presName="spacer" presStyleCnt="0"/>
      <dgm:spPr/>
    </dgm:pt>
    <dgm:pt modelId="{1EFF94BE-660B-4CC8-9119-D74D23A19533}" type="pres">
      <dgm:prSet presAssocID="{B64AE3E5-251F-4CE3-B898-E12BBF4C85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473366A-4588-4E7C-93F4-C7AEA6BF6608}" type="pres">
      <dgm:prSet presAssocID="{765316D4-9C7E-4339-B0F5-C9C3FDD29243}" presName="spacer" presStyleCnt="0"/>
      <dgm:spPr/>
    </dgm:pt>
    <dgm:pt modelId="{BD2BEB96-7747-4D20-8927-8A3F6C2803B2}" type="pres">
      <dgm:prSet presAssocID="{4D675B1B-35D8-4B4A-B648-4DB2B43DFCF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63EA7C7-F4E0-42A1-B7CC-6896D04E95C4}" type="pres">
      <dgm:prSet presAssocID="{713CA56E-8F88-4E14-B1DA-B707C8D2687B}" presName="spacer" presStyleCnt="0"/>
      <dgm:spPr/>
    </dgm:pt>
    <dgm:pt modelId="{7930E923-AF68-4E76-B969-91AE76D26BAE}" type="pres">
      <dgm:prSet presAssocID="{47BCFABC-83A8-4F53-92CF-5FC902E2E4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AACC3F-E2B5-4371-A61C-023A62ED0C1F}" type="pres">
      <dgm:prSet presAssocID="{6C6D8CEF-761F-4E03-B423-CE8E2108E1CE}" presName="spacer" presStyleCnt="0"/>
      <dgm:spPr/>
    </dgm:pt>
    <dgm:pt modelId="{92E4E828-76BC-43DF-8AFD-737E9FB4CAF4}" type="pres">
      <dgm:prSet presAssocID="{C4106C41-4B8C-4A71-9A5E-426D446BA11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A7ED06-04A1-4938-B0B5-00FD72828000}" type="presOf" srcId="{A83E7784-686E-4E31-AB06-730149EE388A}" destId="{0FA17272-B047-4E37-8AE0-C5F080BDF98B}" srcOrd="0" destOrd="0" presId="urn:microsoft.com/office/officeart/2005/8/layout/vList2"/>
    <dgm:cxn modelId="{6C59EA19-1CFD-489B-A92E-17E0CE3D4DDF}" type="presOf" srcId="{C4106C41-4B8C-4A71-9A5E-426D446BA114}" destId="{92E4E828-76BC-43DF-8AFD-737E9FB4CAF4}" srcOrd="0" destOrd="0" presId="urn:microsoft.com/office/officeart/2005/8/layout/vList2"/>
    <dgm:cxn modelId="{DCCCD25B-7005-4E3E-BD70-2130AA831970}" type="presOf" srcId="{04AC30B9-C2B2-45FB-9190-B91DA6B01996}" destId="{FE7CD155-E994-4BE1-AB0B-902B62A18483}" srcOrd="0" destOrd="0" presId="urn:microsoft.com/office/officeart/2005/8/layout/vList2"/>
    <dgm:cxn modelId="{06CEBD5C-9FC7-4615-863B-435D796F99F1}" srcId="{04AC30B9-C2B2-45FB-9190-B91DA6B01996}" destId="{4D675B1B-35D8-4B4A-B648-4DB2B43DFCF6}" srcOrd="2" destOrd="0" parTransId="{D03497FB-0D1D-4940-B12D-65ACFBE901F5}" sibTransId="{713CA56E-8F88-4E14-B1DA-B707C8D2687B}"/>
    <dgm:cxn modelId="{4ECCD393-A97E-4E3E-A25B-E27015DC789D}" type="presOf" srcId="{B64AE3E5-251F-4CE3-B898-E12BBF4C8563}" destId="{1EFF94BE-660B-4CC8-9119-D74D23A19533}" srcOrd="0" destOrd="0" presId="urn:microsoft.com/office/officeart/2005/8/layout/vList2"/>
    <dgm:cxn modelId="{C69CCEB3-0709-425C-B611-49A16C5BCD46}" srcId="{04AC30B9-C2B2-45FB-9190-B91DA6B01996}" destId="{A83E7784-686E-4E31-AB06-730149EE388A}" srcOrd="0" destOrd="0" parTransId="{401F1EC3-8B08-4AB4-9DAF-41FEFAC41EA4}" sibTransId="{68A135E9-3C97-4EA7-87F1-324E23E01F0B}"/>
    <dgm:cxn modelId="{7D66DFCF-EA88-4F34-9445-1E64BB918114}" type="presOf" srcId="{4D675B1B-35D8-4B4A-B648-4DB2B43DFCF6}" destId="{BD2BEB96-7747-4D20-8927-8A3F6C2803B2}" srcOrd="0" destOrd="0" presId="urn:microsoft.com/office/officeart/2005/8/layout/vList2"/>
    <dgm:cxn modelId="{4E6338DA-943B-4574-8A76-456D3CE9A625}" srcId="{04AC30B9-C2B2-45FB-9190-B91DA6B01996}" destId="{B64AE3E5-251F-4CE3-B898-E12BBF4C8563}" srcOrd="1" destOrd="0" parTransId="{C9E6F94F-38F4-4E68-98A5-D71D58CBAAB9}" sibTransId="{765316D4-9C7E-4339-B0F5-C9C3FDD29243}"/>
    <dgm:cxn modelId="{6CA765E0-FD70-4628-B1BA-8F0BCFC8FFE6}" type="presOf" srcId="{47BCFABC-83A8-4F53-92CF-5FC902E2E483}" destId="{7930E923-AF68-4E76-B969-91AE76D26BAE}" srcOrd="0" destOrd="0" presId="urn:microsoft.com/office/officeart/2005/8/layout/vList2"/>
    <dgm:cxn modelId="{19C98CE4-D05C-45F2-8F5D-D7FBE4851351}" srcId="{04AC30B9-C2B2-45FB-9190-B91DA6B01996}" destId="{C4106C41-4B8C-4A71-9A5E-426D446BA114}" srcOrd="4" destOrd="0" parTransId="{C6A7A827-3E1C-4D57-9D06-BA4A699657DB}" sibTransId="{75BC4774-1607-4C8A-AC73-67CEB8871E4E}"/>
    <dgm:cxn modelId="{F52ACEF9-31FF-4A5A-A118-8A2FDAFCF2EE}" srcId="{04AC30B9-C2B2-45FB-9190-B91DA6B01996}" destId="{47BCFABC-83A8-4F53-92CF-5FC902E2E483}" srcOrd="3" destOrd="0" parTransId="{14C19CC1-D2A6-4865-8D68-3F86B0CA057C}" sibTransId="{6C6D8CEF-761F-4E03-B423-CE8E2108E1CE}"/>
    <dgm:cxn modelId="{78950B37-56A0-40E4-AF34-B290ADBB056F}" type="presParOf" srcId="{FE7CD155-E994-4BE1-AB0B-902B62A18483}" destId="{0FA17272-B047-4E37-8AE0-C5F080BDF98B}" srcOrd="0" destOrd="0" presId="urn:microsoft.com/office/officeart/2005/8/layout/vList2"/>
    <dgm:cxn modelId="{9A92E7E6-232F-4BD1-8344-FC1B660461CF}" type="presParOf" srcId="{FE7CD155-E994-4BE1-AB0B-902B62A18483}" destId="{FE58CEA2-738C-40D4-BBDE-76F0A8B99E56}" srcOrd="1" destOrd="0" presId="urn:microsoft.com/office/officeart/2005/8/layout/vList2"/>
    <dgm:cxn modelId="{047F77DB-FDC0-4669-BCCC-1A8931B65D0F}" type="presParOf" srcId="{FE7CD155-E994-4BE1-AB0B-902B62A18483}" destId="{1EFF94BE-660B-4CC8-9119-D74D23A19533}" srcOrd="2" destOrd="0" presId="urn:microsoft.com/office/officeart/2005/8/layout/vList2"/>
    <dgm:cxn modelId="{07D48003-854B-4D48-AF22-0CA60BC01449}" type="presParOf" srcId="{FE7CD155-E994-4BE1-AB0B-902B62A18483}" destId="{7473366A-4588-4E7C-93F4-C7AEA6BF6608}" srcOrd="3" destOrd="0" presId="urn:microsoft.com/office/officeart/2005/8/layout/vList2"/>
    <dgm:cxn modelId="{02083129-13C2-4F51-9EBF-1DAD8F1E2259}" type="presParOf" srcId="{FE7CD155-E994-4BE1-AB0B-902B62A18483}" destId="{BD2BEB96-7747-4D20-8927-8A3F6C2803B2}" srcOrd="4" destOrd="0" presId="urn:microsoft.com/office/officeart/2005/8/layout/vList2"/>
    <dgm:cxn modelId="{094766BD-C2D5-432B-8909-F87DC4182618}" type="presParOf" srcId="{FE7CD155-E994-4BE1-AB0B-902B62A18483}" destId="{363EA7C7-F4E0-42A1-B7CC-6896D04E95C4}" srcOrd="5" destOrd="0" presId="urn:microsoft.com/office/officeart/2005/8/layout/vList2"/>
    <dgm:cxn modelId="{F449145F-6143-44C5-8B50-CBED6CF44008}" type="presParOf" srcId="{FE7CD155-E994-4BE1-AB0B-902B62A18483}" destId="{7930E923-AF68-4E76-B969-91AE76D26BAE}" srcOrd="6" destOrd="0" presId="urn:microsoft.com/office/officeart/2005/8/layout/vList2"/>
    <dgm:cxn modelId="{DA8EB580-1A48-4532-9D20-7C50777A0D6D}" type="presParOf" srcId="{FE7CD155-E994-4BE1-AB0B-902B62A18483}" destId="{D5AACC3F-E2B5-4371-A61C-023A62ED0C1F}" srcOrd="7" destOrd="0" presId="urn:microsoft.com/office/officeart/2005/8/layout/vList2"/>
    <dgm:cxn modelId="{5A4389ED-CEB5-4A6E-879D-DF3043765299}" type="presParOf" srcId="{FE7CD155-E994-4BE1-AB0B-902B62A18483}" destId="{92E4E828-76BC-43DF-8AFD-737E9FB4CAF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9B4E1D4-75CB-47FD-80C5-8D25A7D651A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1C127D-677F-4323-935A-A0903C4398CF}">
      <dgm:prSet/>
      <dgm:spPr/>
      <dgm:t>
        <a:bodyPr/>
        <a:lstStyle/>
        <a:p>
          <a:r>
            <a:rPr lang="en-GB"/>
            <a:t>The hierarchical-topology of multi-area OSPF have these advantages:</a:t>
          </a:r>
          <a:endParaRPr lang="en-US"/>
        </a:p>
      </dgm:t>
    </dgm:pt>
    <dgm:pt modelId="{3716442B-059C-4CC8-B5C4-2071EFFFD136}" type="parTrans" cxnId="{470C10D8-B8C0-466D-914B-45CAB5AB33E2}">
      <dgm:prSet/>
      <dgm:spPr/>
      <dgm:t>
        <a:bodyPr/>
        <a:lstStyle/>
        <a:p>
          <a:endParaRPr lang="en-US"/>
        </a:p>
      </dgm:t>
    </dgm:pt>
    <dgm:pt modelId="{82603593-7CC3-456E-B00C-8E818CF75F3A}" type="sibTrans" cxnId="{470C10D8-B8C0-466D-914B-45CAB5AB33E2}">
      <dgm:prSet/>
      <dgm:spPr/>
      <dgm:t>
        <a:bodyPr/>
        <a:lstStyle/>
        <a:p>
          <a:endParaRPr lang="en-US"/>
        </a:p>
      </dgm:t>
    </dgm:pt>
    <dgm:pt modelId="{20AF6D2E-FCC9-4749-A313-156C57B5CC28}">
      <dgm:prSet/>
      <dgm:spPr/>
      <dgm:t>
        <a:bodyPr/>
        <a:lstStyle/>
        <a:p>
          <a:r>
            <a:rPr lang="en-GB" b="1"/>
            <a:t>Smaller routing tables </a:t>
          </a:r>
          <a:r>
            <a:rPr lang="en-GB"/>
            <a:t>- Fewer routing table entries because network addresses can be summarized between areas. </a:t>
          </a:r>
          <a:endParaRPr lang="en-US"/>
        </a:p>
      </dgm:t>
    </dgm:pt>
    <dgm:pt modelId="{A73040F0-EEED-4F34-A132-ED5341098308}" type="parTrans" cxnId="{8AFEA941-97AB-4C64-AD9B-78A6036D524A}">
      <dgm:prSet/>
      <dgm:spPr/>
      <dgm:t>
        <a:bodyPr/>
        <a:lstStyle/>
        <a:p>
          <a:endParaRPr lang="en-US"/>
        </a:p>
      </dgm:t>
    </dgm:pt>
    <dgm:pt modelId="{03EC2D44-A5C8-46AC-9D93-2BF8DE39EEC8}" type="sibTrans" cxnId="{8AFEA941-97AB-4C64-AD9B-78A6036D524A}">
      <dgm:prSet/>
      <dgm:spPr/>
      <dgm:t>
        <a:bodyPr/>
        <a:lstStyle/>
        <a:p>
          <a:endParaRPr lang="en-US"/>
        </a:p>
      </dgm:t>
    </dgm:pt>
    <dgm:pt modelId="{CB58D2A0-2968-465D-9E47-727B6A08534A}">
      <dgm:prSet/>
      <dgm:spPr/>
      <dgm:t>
        <a:bodyPr/>
        <a:lstStyle/>
        <a:p>
          <a:r>
            <a:rPr lang="en-GB"/>
            <a:t>Route summarization is not enabled by default.</a:t>
          </a:r>
          <a:endParaRPr lang="en-US"/>
        </a:p>
      </dgm:t>
    </dgm:pt>
    <dgm:pt modelId="{44069C6C-DBD7-46D7-B485-238942E1AB14}" type="parTrans" cxnId="{5211B0A8-F477-4802-865F-57D19EA194B2}">
      <dgm:prSet/>
      <dgm:spPr/>
      <dgm:t>
        <a:bodyPr/>
        <a:lstStyle/>
        <a:p>
          <a:endParaRPr lang="en-US"/>
        </a:p>
      </dgm:t>
    </dgm:pt>
    <dgm:pt modelId="{04C14646-D9A7-48C8-923F-19552B463700}" type="sibTrans" cxnId="{5211B0A8-F477-4802-865F-57D19EA194B2}">
      <dgm:prSet/>
      <dgm:spPr/>
      <dgm:t>
        <a:bodyPr/>
        <a:lstStyle/>
        <a:p>
          <a:endParaRPr lang="en-US"/>
        </a:p>
      </dgm:t>
    </dgm:pt>
    <dgm:pt modelId="{D846D8DB-8458-454E-B792-125801F06B58}" type="pres">
      <dgm:prSet presAssocID="{69B4E1D4-75CB-47FD-80C5-8D25A7D651A1}" presName="vert0" presStyleCnt="0">
        <dgm:presLayoutVars>
          <dgm:dir/>
          <dgm:animOne val="branch"/>
          <dgm:animLvl val="lvl"/>
        </dgm:presLayoutVars>
      </dgm:prSet>
      <dgm:spPr/>
    </dgm:pt>
    <dgm:pt modelId="{E8EBAE31-D436-4FC4-9061-F1371AB86BB8}" type="pres">
      <dgm:prSet presAssocID="{FE1C127D-677F-4323-935A-A0903C4398CF}" presName="thickLine" presStyleLbl="alignNode1" presStyleIdx="0" presStyleCnt="3"/>
      <dgm:spPr/>
    </dgm:pt>
    <dgm:pt modelId="{05516BA4-BB72-42C8-A949-0796AD40D6D8}" type="pres">
      <dgm:prSet presAssocID="{FE1C127D-677F-4323-935A-A0903C4398CF}" presName="horz1" presStyleCnt="0"/>
      <dgm:spPr/>
    </dgm:pt>
    <dgm:pt modelId="{5A885868-34A7-43BA-9CF3-AA335030F02C}" type="pres">
      <dgm:prSet presAssocID="{FE1C127D-677F-4323-935A-A0903C4398CF}" presName="tx1" presStyleLbl="revTx" presStyleIdx="0" presStyleCnt="3"/>
      <dgm:spPr/>
    </dgm:pt>
    <dgm:pt modelId="{EAC2357C-8DE1-4CAC-8D70-B4666E780C1C}" type="pres">
      <dgm:prSet presAssocID="{FE1C127D-677F-4323-935A-A0903C4398CF}" presName="vert1" presStyleCnt="0"/>
      <dgm:spPr/>
    </dgm:pt>
    <dgm:pt modelId="{D977E47F-883B-4FAC-BB04-2786E463FC46}" type="pres">
      <dgm:prSet presAssocID="{20AF6D2E-FCC9-4749-A313-156C57B5CC28}" presName="thickLine" presStyleLbl="alignNode1" presStyleIdx="1" presStyleCnt="3"/>
      <dgm:spPr/>
    </dgm:pt>
    <dgm:pt modelId="{73CFEA61-20EE-4FB9-93E9-8EA506246F4C}" type="pres">
      <dgm:prSet presAssocID="{20AF6D2E-FCC9-4749-A313-156C57B5CC28}" presName="horz1" presStyleCnt="0"/>
      <dgm:spPr/>
    </dgm:pt>
    <dgm:pt modelId="{B8F11DAE-1F9B-4315-B22C-301B25B1B810}" type="pres">
      <dgm:prSet presAssocID="{20AF6D2E-FCC9-4749-A313-156C57B5CC28}" presName="tx1" presStyleLbl="revTx" presStyleIdx="1" presStyleCnt="3"/>
      <dgm:spPr/>
    </dgm:pt>
    <dgm:pt modelId="{506A3789-85EF-439A-919B-C494C46E3A86}" type="pres">
      <dgm:prSet presAssocID="{20AF6D2E-FCC9-4749-A313-156C57B5CC28}" presName="vert1" presStyleCnt="0"/>
      <dgm:spPr/>
    </dgm:pt>
    <dgm:pt modelId="{1B0454EE-93B9-4D32-9C2D-350CD510E8B5}" type="pres">
      <dgm:prSet presAssocID="{CB58D2A0-2968-465D-9E47-727B6A08534A}" presName="thickLine" presStyleLbl="alignNode1" presStyleIdx="2" presStyleCnt="3"/>
      <dgm:spPr/>
    </dgm:pt>
    <dgm:pt modelId="{E90E7E85-FDC8-4F47-B5E6-D877289518A5}" type="pres">
      <dgm:prSet presAssocID="{CB58D2A0-2968-465D-9E47-727B6A08534A}" presName="horz1" presStyleCnt="0"/>
      <dgm:spPr/>
    </dgm:pt>
    <dgm:pt modelId="{881D03EB-01AB-449C-820E-41C334377DAE}" type="pres">
      <dgm:prSet presAssocID="{CB58D2A0-2968-465D-9E47-727B6A08534A}" presName="tx1" presStyleLbl="revTx" presStyleIdx="2" presStyleCnt="3"/>
      <dgm:spPr/>
    </dgm:pt>
    <dgm:pt modelId="{0A623275-C30F-407E-8D94-04AEFE9EC556}" type="pres">
      <dgm:prSet presAssocID="{CB58D2A0-2968-465D-9E47-727B6A08534A}" presName="vert1" presStyleCnt="0"/>
      <dgm:spPr/>
    </dgm:pt>
  </dgm:ptLst>
  <dgm:cxnLst>
    <dgm:cxn modelId="{A5773A30-72AB-4B5B-9B3E-59A58E0CB90E}" type="presOf" srcId="{20AF6D2E-FCC9-4749-A313-156C57B5CC28}" destId="{B8F11DAE-1F9B-4315-B22C-301B25B1B810}" srcOrd="0" destOrd="0" presId="urn:microsoft.com/office/officeart/2008/layout/LinedList"/>
    <dgm:cxn modelId="{8AFEA941-97AB-4C64-AD9B-78A6036D524A}" srcId="{69B4E1D4-75CB-47FD-80C5-8D25A7D651A1}" destId="{20AF6D2E-FCC9-4749-A313-156C57B5CC28}" srcOrd="1" destOrd="0" parTransId="{A73040F0-EEED-4F34-A132-ED5341098308}" sibTransId="{03EC2D44-A5C8-46AC-9D93-2BF8DE39EEC8}"/>
    <dgm:cxn modelId="{1A5D9B97-61E9-4671-BFF0-BE08C1A8BDD0}" type="presOf" srcId="{CB58D2A0-2968-465D-9E47-727B6A08534A}" destId="{881D03EB-01AB-449C-820E-41C334377DAE}" srcOrd="0" destOrd="0" presId="urn:microsoft.com/office/officeart/2008/layout/LinedList"/>
    <dgm:cxn modelId="{5211B0A8-F477-4802-865F-57D19EA194B2}" srcId="{69B4E1D4-75CB-47FD-80C5-8D25A7D651A1}" destId="{CB58D2A0-2968-465D-9E47-727B6A08534A}" srcOrd="2" destOrd="0" parTransId="{44069C6C-DBD7-46D7-B485-238942E1AB14}" sibTransId="{04C14646-D9A7-48C8-923F-19552B463700}"/>
    <dgm:cxn modelId="{A5F3B2A9-A381-4620-AB0A-C70A74FCD38D}" type="presOf" srcId="{FE1C127D-677F-4323-935A-A0903C4398CF}" destId="{5A885868-34A7-43BA-9CF3-AA335030F02C}" srcOrd="0" destOrd="0" presId="urn:microsoft.com/office/officeart/2008/layout/LinedList"/>
    <dgm:cxn modelId="{470C10D8-B8C0-466D-914B-45CAB5AB33E2}" srcId="{69B4E1D4-75CB-47FD-80C5-8D25A7D651A1}" destId="{FE1C127D-677F-4323-935A-A0903C4398CF}" srcOrd="0" destOrd="0" parTransId="{3716442B-059C-4CC8-B5C4-2071EFFFD136}" sibTransId="{82603593-7CC3-456E-B00C-8E818CF75F3A}"/>
    <dgm:cxn modelId="{937825FE-3BB5-4328-A2ED-0AAF7AEDF758}" type="presOf" srcId="{69B4E1D4-75CB-47FD-80C5-8D25A7D651A1}" destId="{D846D8DB-8458-454E-B792-125801F06B58}" srcOrd="0" destOrd="0" presId="urn:microsoft.com/office/officeart/2008/layout/LinedList"/>
    <dgm:cxn modelId="{29DEC02B-EAF0-480E-A40F-9EA56AEFD4A8}" type="presParOf" srcId="{D846D8DB-8458-454E-B792-125801F06B58}" destId="{E8EBAE31-D436-4FC4-9061-F1371AB86BB8}" srcOrd="0" destOrd="0" presId="urn:microsoft.com/office/officeart/2008/layout/LinedList"/>
    <dgm:cxn modelId="{1F7FCB80-B276-4F98-A423-4ECC1391398C}" type="presParOf" srcId="{D846D8DB-8458-454E-B792-125801F06B58}" destId="{05516BA4-BB72-42C8-A949-0796AD40D6D8}" srcOrd="1" destOrd="0" presId="urn:microsoft.com/office/officeart/2008/layout/LinedList"/>
    <dgm:cxn modelId="{2CE115A1-157A-4090-9EF7-E22843420F20}" type="presParOf" srcId="{05516BA4-BB72-42C8-A949-0796AD40D6D8}" destId="{5A885868-34A7-43BA-9CF3-AA335030F02C}" srcOrd="0" destOrd="0" presId="urn:microsoft.com/office/officeart/2008/layout/LinedList"/>
    <dgm:cxn modelId="{EA09011C-258A-4D43-A9CF-ED5095867613}" type="presParOf" srcId="{05516BA4-BB72-42C8-A949-0796AD40D6D8}" destId="{EAC2357C-8DE1-4CAC-8D70-B4666E780C1C}" srcOrd="1" destOrd="0" presId="urn:microsoft.com/office/officeart/2008/layout/LinedList"/>
    <dgm:cxn modelId="{4C162AA6-8BEA-4FD9-B167-BCEE5B8A897E}" type="presParOf" srcId="{D846D8DB-8458-454E-B792-125801F06B58}" destId="{D977E47F-883B-4FAC-BB04-2786E463FC46}" srcOrd="2" destOrd="0" presId="urn:microsoft.com/office/officeart/2008/layout/LinedList"/>
    <dgm:cxn modelId="{EF9D6BBF-0CF4-4FE4-8C88-E385119BD829}" type="presParOf" srcId="{D846D8DB-8458-454E-B792-125801F06B58}" destId="{73CFEA61-20EE-4FB9-93E9-8EA506246F4C}" srcOrd="3" destOrd="0" presId="urn:microsoft.com/office/officeart/2008/layout/LinedList"/>
    <dgm:cxn modelId="{D5C2A42C-28DA-4B2C-B11E-A1E575A3E74C}" type="presParOf" srcId="{73CFEA61-20EE-4FB9-93E9-8EA506246F4C}" destId="{B8F11DAE-1F9B-4315-B22C-301B25B1B810}" srcOrd="0" destOrd="0" presId="urn:microsoft.com/office/officeart/2008/layout/LinedList"/>
    <dgm:cxn modelId="{DB4B32E0-A2D6-416C-8E8A-837E8CEE49FF}" type="presParOf" srcId="{73CFEA61-20EE-4FB9-93E9-8EA506246F4C}" destId="{506A3789-85EF-439A-919B-C494C46E3A86}" srcOrd="1" destOrd="0" presId="urn:microsoft.com/office/officeart/2008/layout/LinedList"/>
    <dgm:cxn modelId="{829B6D37-3E72-4DF9-8E1A-D0243D2C5C20}" type="presParOf" srcId="{D846D8DB-8458-454E-B792-125801F06B58}" destId="{1B0454EE-93B9-4D32-9C2D-350CD510E8B5}" srcOrd="4" destOrd="0" presId="urn:microsoft.com/office/officeart/2008/layout/LinedList"/>
    <dgm:cxn modelId="{66CBF9FD-7D29-4B88-A07B-3F88A7AD95B0}" type="presParOf" srcId="{D846D8DB-8458-454E-B792-125801F06B58}" destId="{E90E7E85-FDC8-4F47-B5E6-D877289518A5}" srcOrd="5" destOrd="0" presId="urn:microsoft.com/office/officeart/2008/layout/LinedList"/>
    <dgm:cxn modelId="{34E2F9F4-7BDB-466D-9C7B-EFA7B156CD59}" type="presParOf" srcId="{E90E7E85-FDC8-4F47-B5E6-D877289518A5}" destId="{881D03EB-01AB-449C-820E-41C334377DAE}" srcOrd="0" destOrd="0" presId="urn:microsoft.com/office/officeart/2008/layout/LinedList"/>
    <dgm:cxn modelId="{3ADD247D-6560-49B0-91BD-ED31C7E273C2}" type="presParOf" srcId="{E90E7E85-FDC8-4F47-B5E6-D877289518A5}" destId="{0A623275-C30F-407E-8D94-04AEFE9EC5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B9B3183-54B0-4B59-83B2-0197641CBAE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B5BF38-E2AC-4E89-B2ED-716C48767BE2}">
      <dgm:prSet/>
      <dgm:spPr/>
      <dgm:t>
        <a:bodyPr/>
        <a:lstStyle/>
        <a:p>
          <a:r>
            <a:rPr lang="en-GB" b="1"/>
            <a:t>Reduced link-state update overhead</a:t>
          </a:r>
          <a:r>
            <a:rPr lang="en-GB"/>
            <a:t>- Minimizes processing and memory requirements.</a:t>
          </a:r>
          <a:endParaRPr lang="en-US"/>
        </a:p>
      </dgm:t>
    </dgm:pt>
    <dgm:pt modelId="{28992B57-71C3-4647-981B-78A3341A90BD}" type="parTrans" cxnId="{681325E0-DFA3-4310-A899-7E9332DF1471}">
      <dgm:prSet/>
      <dgm:spPr/>
      <dgm:t>
        <a:bodyPr/>
        <a:lstStyle/>
        <a:p>
          <a:endParaRPr lang="en-US"/>
        </a:p>
      </dgm:t>
    </dgm:pt>
    <dgm:pt modelId="{1C43F16B-5ED9-449E-B527-DD29DF5F3257}" type="sibTrans" cxnId="{681325E0-DFA3-4310-A899-7E9332DF1471}">
      <dgm:prSet/>
      <dgm:spPr/>
      <dgm:t>
        <a:bodyPr/>
        <a:lstStyle/>
        <a:p>
          <a:endParaRPr lang="en-US"/>
        </a:p>
      </dgm:t>
    </dgm:pt>
    <dgm:pt modelId="{528FB6BC-9A5F-49E8-97DC-A7BE419180EE}">
      <dgm:prSet/>
      <dgm:spPr/>
      <dgm:t>
        <a:bodyPr/>
        <a:lstStyle/>
        <a:p>
          <a:r>
            <a:rPr lang="en-GB" b="1"/>
            <a:t>Reduced frequency of SPF calculations </a:t>
          </a:r>
          <a:r>
            <a:rPr lang="en-GB"/>
            <a:t>- Localizes the impact of a topology change within an area. </a:t>
          </a:r>
          <a:endParaRPr lang="en-US"/>
        </a:p>
      </dgm:t>
    </dgm:pt>
    <dgm:pt modelId="{8666F24F-230F-415C-AF8A-B7F88B48483D}" type="parTrans" cxnId="{3CACBA16-483C-400C-889C-9EF12B3A08FF}">
      <dgm:prSet/>
      <dgm:spPr/>
      <dgm:t>
        <a:bodyPr/>
        <a:lstStyle/>
        <a:p>
          <a:endParaRPr lang="en-US"/>
        </a:p>
      </dgm:t>
    </dgm:pt>
    <dgm:pt modelId="{69424498-E2ED-45F3-9D7D-4C60A05F4699}" type="sibTrans" cxnId="{3CACBA16-483C-400C-889C-9EF12B3A08FF}">
      <dgm:prSet/>
      <dgm:spPr/>
      <dgm:t>
        <a:bodyPr/>
        <a:lstStyle/>
        <a:p>
          <a:endParaRPr lang="en-US"/>
        </a:p>
      </dgm:t>
    </dgm:pt>
    <dgm:pt modelId="{39DC0785-0DB7-4838-8E0A-76D91D4C3DB0}">
      <dgm:prSet/>
      <dgm:spPr/>
      <dgm:t>
        <a:bodyPr/>
        <a:lstStyle/>
        <a:p>
          <a:r>
            <a:rPr lang="en-GB"/>
            <a:t>For instance, it minimizes routing update impact because LSA flooding stops at the area boundary.</a:t>
          </a:r>
          <a:endParaRPr lang="en-US"/>
        </a:p>
      </dgm:t>
    </dgm:pt>
    <dgm:pt modelId="{0030CDA5-BC6C-4CCA-A80B-E4F59D7B631F}" type="parTrans" cxnId="{721BFA97-8DEC-456F-B16A-2AD601D223FC}">
      <dgm:prSet/>
      <dgm:spPr/>
      <dgm:t>
        <a:bodyPr/>
        <a:lstStyle/>
        <a:p>
          <a:endParaRPr lang="en-US"/>
        </a:p>
      </dgm:t>
    </dgm:pt>
    <dgm:pt modelId="{8353A45F-F6C5-47B4-89EE-B43DACDE2A9E}" type="sibTrans" cxnId="{721BFA97-8DEC-456F-B16A-2AD601D223FC}">
      <dgm:prSet/>
      <dgm:spPr/>
      <dgm:t>
        <a:bodyPr/>
        <a:lstStyle/>
        <a:p>
          <a:endParaRPr lang="en-US"/>
        </a:p>
      </dgm:t>
    </dgm:pt>
    <dgm:pt modelId="{3A0A2816-209D-42B0-B91C-4B0124B75AB3}" type="pres">
      <dgm:prSet presAssocID="{5B9B3183-54B0-4B59-83B2-0197641CBAEF}" presName="linear" presStyleCnt="0">
        <dgm:presLayoutVars>
          <dgm:animLvl val="lvl"/>
          <dgm:resizeHandles val="exact"/>
        </dgm:presLayoutVars>
      </dgm:prSet>
      <dgm:spPr/>
    </dgm:pt>
    <dgm:pt modelId="{656E3E2A-62D3-4BE7-8961-0064C98A53E0}" type="pres">
      <dgm:prSet presAssocID="{20B5BF38-E2AC-4E89-B2ED-716C48767B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CA3378-962E-4AB1-A19A-08664C9E0421}" type="pres">
      <dgm:prSet presAssocID="{1C43F16B-5ED9-449E-B527-DD29DF5F3257}" presName="spacer" presStyleCnt="0"/>
      <dgm:spPr/>
    </dgm:pt>
    <dgm:pt modelId="{C8DC56FA-BEE5-4C33-AAD2-AB82D5380F59}" type="pres">
      <dgm:prSet presAssocID="{528FB6BC-9A5F-49E8-97DC-A7BE419180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B0CB923-37CD-4EF6-AC56-EB45F4D7B0C8}" type="pres">
      <dgm:prSet presAssocID="{69424498-E2ED-45F3-9D7D-4C60A05F4699}" presName="spacer" presStyleCnt="0"/>
      <dgm:spPr/>
    </dgm:pt>
    <dgm:pt modelId="{FBA82D66-9BB3-42C6-92B9-A981A0F12D4F}" type="pres">
      <dgm:prSet presAssocID="{39DC0785-0DB7-4838-8E0A-76D91D4C3DB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B40014-99D4-4344-83EB-145F2F87A79C}" type="presOf" srcId="{528FB6BC-9A5F-49E8-97DC-A7BE419180EE}" destId="{C8DC56FA-BEE5-4C33-AAD2-AB82D5380F59}" srcOrd="0" destOrd="0" presId="urn:microsoft.com/office/officeart/2005/8/layout/vList2"/>
    <dgm:cxn modelId="{3CACBA16-483C-400C-889C-9EF12B3A08FF}" srcId="{5B9B3183-54B0-4B59-83B2-0197641CBAEF}" destId="{528FB6BC-9A5F-49E8-97DC-A7BE419180EE}" srcOrd="1" destOrd="0" parTransId="{8666F24F-230F-415C-AF8A-B7F88B48483D}" sibTransId="{69424498-E2ED-45F3-9D7D-4C60A05F4699}"/>
    <dgm:cxn modelId="{610F6C66-FFB1-4178-9305-D4E7533E2CDF}" type="presOf" srcId="{5B9B3183-54B0-4B59-83B2-0197641CBAEF}" destId="{3A0A2816-209D-42B0-B91C-4B0124B75AB3}" srcOrd="0" destOrd="0" presId="urn:microsoft.com/office/officeart/2005/8/layout/vList2"/>
    <dgm:cxn modelId="{70EFCF7E-8F3D-4BB0-90B5-F77A0BD32E88}" type="presOf" srcId="{39DC0785-0DB7-4838-8E0A-76D91D4C3DB0}" destId="{FBA82D66-9BB3-42C6-92B9-A981A0F12D4F}" srcOrd="0" destOrd="0" presId="urn:microsoft.com/office/officeart/2005/8/layout/vList2"/>
    <dgm:cxn modelId="{721BFA97-8DEC-456F-B16A-2AD601D223FC}" srcId="{5B9B3183-54B0-4B59-83B2-0197641CBAEF}" destId="{39DC0785-0DB7-4838-8E0A-76D91D4C3DB0}" srcOrd="2" destOrd="0" parTransId="{0030CDA5-BC6C-4CCA-A80B-E4F59D7B631F}" sibTransId="{8353A45F-F6C5-47B4-89EE-B43DACDE2A9E}"/>
    <dgm:cxn modelId="{17D1A9D8-2686-4B03-9EE3-455BEFA089A8}" type="presOf" srcId="{20B5BF38-E2AC-4E89-B2ED-716C48767BE2}" destId="{656E3E2A-62D3-4BE7-8961-0064C98A53E0}" srcOrd="0" destOrd="0" presId="urn:microsoft.com/office/officeart/2005/8/layout/vList2"/>
    <dgm:cxn modelId="{681325E0-DFA3-4310-A899-7E9332DF1471}" srcId="{5B9B3183-54B0-4B59-83B2-0197641CBAEF}" destId="{20B5BF38-E2AC-4E89-B2ED-716C48767BE2}" srcOrd="0" destOrd="0" parTransId="{28992B57-71C3-4647-981B-78A3341A90BD}" sibTransId="{1C43F16B-5ED9-449E-B527-DD29DF5F3257}"/>
    <dgm:cxn modelId="{F13C3A1A-EBC6-43AC-9D58-0EE818B57437}" type="presParOf" srcId="{3A0A2816-209D-42B0-B91C-4B0124B75AB3}" destId="{656E3E2A-62D3-4BE7-8961-0064C98A53E0}" srcOrd="0" destOrd="0" presId="urn:microsoft.com/office/officeart/2005/8/layout/vList2"/>
    <dgm:cxn modelId="{BBB6F653-8A53-4894-A6C0-34E4BC1F6164}" type="presParOf" srcId="{3A0A2816-209D-42B0-B91C-4B0124B75AB3}" destId="{48CA3378-962E-4AB1-A19A-08664C9E0421}" srcOrd="1" destOrd="0" presId="urn:microsoft.com/office/officeart/2005/8/layout/vList2"/>
    <dgm:cxn modelId="{39069D7A-DD49-4B84-8D90-DA0CC6132E92}" type="presParOf" srcId="{3A0A2816-209D-42B0-B91C-4B0124B75AB3}" destId="{C8DC56FA-BEE5-4C33-AAD2-AB82D5380F59}" srcOrd="2" destOrd="0" presId="urn:microsoft.com/office/officeart/2005/8/layout/vList2"/>
    <dgm:cxn modelId="{F1131DFD-657A-4335-AAC7-25A2AAA74424}" type="presParOf" srcId="{3A0A2816-209D-42B0-B91C-4B0124B75AB3}" destId="{8B0CB923-37CD-4EF6-AC56-EB45F4D7B0C8}" srcOrd="3" destOrd="0" presId="urn:microsoft.com/office/officeart/2005/8/layout/vList2"/>
    <dgm:cxn modelId="{F3D177DC-9213-496A-9BF9-EDE423409AFC}" type="presParOf" srcId="{3A0A2816-209D-42B0-B91C-4B0124B75AB3}" destId="{FBA82D66-9BB3-42C6-92B9-A981A0F12D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1E9048B-0F8A-4041-8772-F34549D3BBE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7B5FB3-F11E-47DD-9F03-CCB95F434C56}">
      <dgm:prSet/>
      <dgm:spPr/>
      <dgm:t>
        <a:bodyPr/>
        <a:lstStyle/>
        <a:p>
          <a:r>
            <a:rPr lang="en-GB"/>
            <a:t>The basic command syntax</a:t>
          </a:r>
          <a:endParaRPr lang="en-US"/>
        </a:p>
      </dgm:t>
    </dgm:pt>
    <dgm:pt modelId="{D8C76406-BC4E-4423-B182-768712B12639}" type="parTrans" cxnId="{89FF1412-6FF5-4D4B-B7A6-019679C92A9C}">
      <dgm:prSet/>
      <dgm:spPr/>
      <dgm:t>
        <a:bodyPr/>
        <a:lstStyle/>
        <a:p>
          <a:endParaRPr lang="en-US"/>
        </a:p>
      </dgm:t>
    </dgm:pt>
    <dgm:pt modelId="{FECE4D74-7993-4D79-B833-669A462FB6F5}" type="sibTrans" cxnId="{89FF1412-6FF5-4D4B-B7A6-019679C92A9C}">
      <dgm:prSet/>
      <dgm:spPr/>
      <dgm:t>
        <a:bodyPr/>
        <a:lstStyle/>
        <a:p>
          <a:endParaRPr lang="en-US"/>
        </a:p>
      </dgm:t>
    </dgm:pt>
    <dgm:pt modelId="{1C9F908D-421D-4519-9352-B7DCCAC10ED6}">
      <dgm:prSet/>
      <dgm:spPr/>
      <dgm:t>
        <a:bodyPr/>
        <a:lstStyle/>
        <a:p>
          <a:r>
            <a:rPr lang="en-GB" b="1"/>
            <a:t>Network </a:t>
          </a:r>
          <a:r>
            <a:rPr lang="en-GB" i="1"/>
            <a:t>network-address</a:t>
          </a:r>
          <a:endParaRPr lang="en-US"/>
        </a:p>
      </dgm:t>
    </dgm:pt>
    <dgm:pt modelId="{1394C8C1-22E6-484B-B313-1C6C0DA84912}" type="parTrans" cxnId="{B6B8E995-E41F-46F1-BB03-8569766BBB19}">
      <dgm:prSet/>
      <dgm:spPr/>
      <dgm:t>
        <a:bodyPr/>
        <a:lstStyle/>
        <a:p>
          <a:endParaRPr lang="en-US"/>
        </a:p>
      </dgm:t>
    </dgm:pt>
    <dgm:pt modelId="{43BEC1F9-42D6-4A36-A975-A39985BF8792}" type="sibTrans" cxnId="{B6B8E995-E41F-46F1-BB03-8569766BBB19}">
      <dgm:prSet/>
      <dgm:spPr/>
      <dgm:t>
        <a:bodyPr/>
        <a:lstStyle/>
        <a:p>
          <a:endParaRPr lang="en-US"/>
        </a:p>
      </dgm:t>
    </dgm:pt>
    <dgm:pt modelId="{46099297-2B2A-4FCE-AD7E-61E8CE73EA26}">
      <dgm:prSet/>
      <dgm:spPr/>
      <dgm:t>
        <a:bodyPr/>
        <a:lstStyle/>
        <a:p>
          <a:r>
            <a:rPr lang="en-GB" i="1"/>
            <a:t>wildcard-mask</a:t>
          </a:r>
          <a:endParaRPr lang="en-US"/>
        </a:p>
      </dgm:t>
    </dgm:pt>
    <dgm:pt modelId="{4FC0EDD5-7C00-4D24-B28F-BD4C25A69161}" type="parTrans" cxnId="{2C2657EE-75FF-45E5-BF40-D8D91F729025}">
      <dgm:prSet/>
      <dgm:spPr/>
      <dgm:t>
        <a:bodyPr/>
        <a:lstStyle/>
        <a:p>
          <a:endParaRPr lang="en-US"/>
        </a:p>
      </dgm:t>
    </dgm:pt>
    <dgm:pt modelId="{5EB07674-A8C9-4D69-85E2-6A3F3C3C55F6}" type="sibTrans" cxnId="{2C2657EE-75FF-45E5-BF40-D8D91F729025}">
      <dgm:prSet/>
      <dgm:spPr/>
      <dgm:t>
        <a:bodyPr/>
        <a:lstStyle/>
        <a:p>
          <a:endParaRPr lang="en-US"/>
        </a:p>
      </dgm:t>
    </dgm:pt>
    <dgm:pt modelId="{2F15999C-6321-46FB-AF50-374DFD261380}">
      <dgm:prSet/>
      <dgm:spPr/>
      <dgm:t>
        <a:bodyPr/>
        <a:lstStyle/>
        <a:p>
          <a:r>
            <a:rPr lang="en-GB" b="1"/>
            <a:t>area </a:t>
          </a:r>
          <a:r>
            <a:rPr lang="en-GB" i="1"/>
            <a:t>area-id</a:t>
          </a:r>
          <a:r>
            <a:rPr lang="en-GB"/>
            <a:t>.</a:t>
          </a:r>
          <a:endParaRPr lang="en-US"/>
        </a:p>
      </dgm:t>
    </dgm:pt>
    <dgm:pt modelId="{10C706CD-3E23-4E3E-ACB3-AFCC96811E71}" type="parTrans" cxnId="{9E04C26D-BB9C-4140-BDEB-E3EDE6ADF674}">
      <dgm:prSet/>
      <dgm:spPr/>
      <dgm:t>
        <a:bodyPr/>
        <a:lstStyle/>
        <a:p>
          <a:endParaRPr lang="en-US"/>
        </a:p>
      </dgm:t>
    </dgm:pt>
    <dgm:pt modelId="{4377D784-A47B-4A75-B72C-C34B472A5466}" type="sibTrans" cxnId="{9E04C26D-BB9C-4140-BDEB-E3EDE6ADF674}">
      <dgm:prSet/>
      <dgm:spPr/>
      <dgm:t>
        <a:bodyPr/>
        <a:lstStyle/>
        <a:p>
          <a:endParaRPr lang="en-US"/>
        </a:p>
      </dgm:t>
    </dgm:pt>
    <dgm:pt modelId="{739AF1B7-9B38-48BE-8D80-0E231E6DB478}" type="pres">
      <dgm:prSet presAssocID="{81E9048B-0F8A-4041-8772-F34549D3BBE9}" presName="linear" presStyleCnt="0">
        <dgm:presLayoutVars>
          <dgm:animLvl val="lvl"/>
          <dgm:resizeHandles val="exact"/>
        </dgm:presLayoutVars>
      </dgm:prSet>
      <dgm:spPr/>
    </dgm:pt>
    <dgm:pt modelId="{B9903FD4-D99D-48C7-92C9-0FDE593E113C}" type="pres">
      <dgm:prSet presAssocID="{137B5FB3-F11E-47DD-9F03-CCB95F434C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203215-0599-488B-860D-4280F148DDC6}" type="pres">
      <dgm:prSet presAssocID="{FECE4D74-7993-4D79-B833-669A462FB6F5}" presName="spacer" presStyleCnt="0"/>
      <dgm:spPr/>
    </dgm:pt>
    <dgm:pt modelId="{6491273D-045A-4C15-9119-FEE3D925979E}" type="pres">
      <dgm:prSet presAssocID="{1C9F908D-421D-4519-9352-B7DCCAC10E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657C84-E812-4CA8-8EB4-A870CA2DC96A}" type="pres">
      <dgm:prSet presAssocID="{43BEC1F9-42D6-4A36-A975-A39985BF8792}" presName="spacer" presStyleCnt="0"/>
      <dgm:spPr/>
    </dgm:pt>
    <dgm:pt modelId="{0EECB029-00CF-4A07-B031-41CB1846AFC0}" type="pres">
      <dgm:prSet presAssocID="{46099297-2B2A-4FCE-AD7E-61E8CE73EA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3589F1-00F2-4F3A-AE41-E51038AA14D8}" type="pres">
      <dgm:prSet presAssocID="{5EB07674-A8C9-4D69-85E2-6A3F3C3C55F6}" presName="spacer" presStyleCnt="0"/>
      <dgm:spPr/>
    </dgm:pt>
    <dgm:pt modelId="{D90E06FD-6B0C-4C4E-BF01-06D2F49082DE}" type="pres">
      <dgm:prSet presAssocID="{2F15999C-6321-46FB-AF50-374DFD2613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C83608-C126-48F6-B60E-6A64D2BD5E41}" type="presOf" srcId="{2F15999C-6321-46FB-AF50-374DFD261380}" destId="{D90E06FD-6B0C-4C4E-BF01-06D2F49082DE}" srcOrd="0" destOrd="0" presId="urn:microsoft.com/office/officeart/2005/8/layout/vList2"/>
    <dgm:cxn modelId="{89FF1412-6FF5-4D4B-B7A6-019679C92A9C}" srcId="{81E9048B-0F8A-4041-8772-F34549D3BBE9}" destId="{137B5FB3-F11E-47DD-9F03-CCB95F434C56}" srcOrd="0" destOrd="0" parTransId="{D8C76406-BC4E-4423-B182-768712B12639}" sibTransId="{FECE4D74-7993-4D79-B833-669A462FB6F5}"/>
    <dgm:cxn modelId="{ACDAD62A-3771-47C9-9A0A-98C87D41DB11}" type="presOf" srcId="{137B5FB3-F11E-47DD-9F03-CCB95F434C56}" destId="{B9903FD4-D99D-48C7-92C9-0FDE593E113C}" srcOrd="0" destOrd="0" presId="urn:microsoft.com/office/officeart/2005/8/layout/vList2"/>
    <dgm:cxn modelId="{B0177649-E54E-422D-A88B-0640BED3A8C0}" type="presOf" srcId="{1C9F908D-421D-4519-9352-B7DCCAC10ED6}" destId="{6491273D-045A-4C15-9119-FEE3D925979E}" srcOrd="0" destOrd="0" presId="urn:microsoft.com/office/officeart/2005/8/layout/vList2"/>
    <dgm:cxn modelId="{9E04C26D-BB9C-4140-BDEB-E3EDE6ADF674}" srcId="{81E9048B-0F8A-4041-8772-F34549D3BBE9}" destId="{2F15999C-6321-46FB-AF50-374DFD261380}" srcOrd="3" destOrd="0" parTransId="{10C706CD-3E23-4E3E-ACB3-AFCC96811E71}" sibTransId="{4377D784-A47B-4A75-B72C-C34B472A5466}"/>
    <dgm:cxn modelId="{C7897895-52AE-44B1-B9B9-31D80CE1864B}" type="presOf" srcId="{81E9048B-0F8A-4041-8772-F34549D3BBE9}" destId="{739AF1B7-9B38-48BE-8D80-0E231E6DB478}" srcOrd="0" destOrd="0" presId="urn:microsoft.com/office/officeart/2005/8/layout/vList2"/>
    <dgm:cxn modelId="{B6B8E995-E41F-46F1-BB03-8569766BBB19}" srcId="{81E9048B-0F8A-4041-8772-F34549D3BBE9}" destId="{1C9F908D-421D-4519-9352-B7DCCAC10ED6}" srcOrd="1" destOrd="0" parTransId="{1394C8C1-22E6-484B-B313-1C6C0DA84912}" sibTransId="{43BEC1F9-42D6-4A36-A975-A39985BF8792}"/>
    <dgm:cxn modelId="{20A69AC3-38F5-40C8-9B5C-B68BB68066AD}" type="presOf" srcId="{46099297-2B2A-4FCE-AD7E-61E8CE73EA26}" destId="{0EECB029-00CF-4A07-B031-41CB1846AFC0}" srcOrd="0" destOrd="0" presId="urn:microsoft.com/office/officeart/2005/8/layout/vList2"/>
    <dgm:cxn modelId="{2C2657EE-75FF-45E5-BF40-D8D91F729025}" srcId="{81E9048B-0F8A-4041-8772-F34549D3BBE9}" destId="{46099297-2B2A-4FCE-AD7E-61E8CE73EA26}" srcOrd="2" destOrd="0" parTransId="{4FC0EDD5-7C00-4D24-B28F-BD4C25A69161}" sibTransId="{5EB07674-A8C9-4D69-85E2-6A3F3C3C55F6}"/>
    <dgm:cxn modelId="{A24ABB3A-2901-4983-A897-6A59896CA7CD}" type="presParOf" srcId="{739AF1B7-9B38-48BE-8D80-0E231E6DB478}" destId="{B9903FD4-D99D-48C7-92C9-0FDE593E113C}" srcOrd="0" destOrd="0" presId="urn:microsoft.com/office/officeart/2005/8/layout/vList2"/>
    <dgm:cxn modelId="{65D86DEE-7774-4C25-B0F1-FC0E6E62A7C8}" type="presParOf" srcId="{739AF1B7-9B38-48BE-8D80-0E231E6DB478}" destId="{CD203215-0599-488B-860D-4280F148DDC6}" srcOrd="1" destOrd="0" presId="urn:microsoft.com/office/officeart/2005/8/layout/vList2"/>
    <dgm:cxn modelId="{DD5A829F-9160-45B9-AF4F-F11C3ED15597}" type="presParOf" srcId="{739AF1B7-9B38-48BE-8D80-0E231E6DB478}" destId="{6491273D-045A-4C15-9119-FEE3D925979E}" srcOrd="2" destOrd="0" presId="urn:microsoft.com/office/officeart/2005/8/layout/vList2"/>
    <dgm:cxn modelId="{10B905E8-DADF-402D-9903-1F1D25531BC0}" type="presParOf" srcId="{739AF1B7-9B38-48BE-8D80-0E231E6DB478}" destId="{AA657C84-E812-4CA8-8EB4-A870CA2DC96A}" srcOrd="3" destOrd="0" presId="urn:microsoft.com/office/officeart/2005/8/layout/vList2"/>
    <dgm:cxn modelId="{6A912E6B-A38D-4094-A1E6-C278FAA4418B}" type="presParOf" srcId="{739AF1B7-9B38-48BE-8D80-0E231E6DB478}" destId="{0EECB029-00CF-4A07-B031-41CB1846AFC0}" srcOrd="4" destOrd="0" presId="urn:microsoft.com/office/officeart/2005/8/layout/vList2"/>
    <dgm:cxn modelId="{ACAAF4B3-DFCF-4C93-B0A1-35D8C6CFFE1D}" type="presParOf" srcId="{739AF1B7-9B38-48BE-8D80-0E231E6DB478}" destId="{5A3589F1-00F2-4F3A-AE41-E51038AA14D8}" srcOrd="5" destOrd="0" presId="urn:microsoft.com/office/officeart/2005/8/layout/vList2"/>
    <dgm:cxn modelId="{6519BADE-B51B-4D6C-8B7E-159E511CCB90}" type="presParOf" srcId="{739AF1B7-9B38-48BE-8D80-0E231E6DB478}" destId="{D90E06FD-6B0C-4C4E-BF01-06D2F49082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9B7EB0D-B3A4-434C-8048-F708EBBE307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4682A9-A562-47CF-AE05-884F424E42FC}">
      <dgm:prSet/>
      <dgm:spPr/>
      <dgm:t>
        <a:bodyPr/>
        <a:lstStyle/>
        <a:p>
          <a:r>
            <a:rPr lang="en-GB"/>
            <a:t>Recall that a routing protocol uses a metric to determine the best path of a packet across a network.</a:t>
          </a:r>
          <a:endParaRPr lang="en-US"/>
        </a:p>
      </dgm:t>
    </dgm:pt>
    <dgm:pt modelId="{15A2D8BA-DACA-4BC6-8B70-6FF04E775DC8}" type="parTrans" cxnId="{D3440977-B0D5-4D88-ACA7-83B8FE4018D0}">
      <dgm:prSet/>
      <dgm:spPr/>
      <dgm:t>
        <a:bodyPr/>
        <a:lstStyle/>
        <a:p>
          <a:endParaRPr lang="en-US"/>
        </a:p>
      </dgm:t>
    </dgm:pt>
    <dgm:pt modelId="{A53037C5-5603-40BA-9994-4ECFA037F25B}" type="sibTrans" cxnId="{D3440977-B0D5-4D88-ACA7-83B8FE4018D0}">
      <dgm:prSet/>
      <dgm:spPr/>
      <dgm:t>
        <a:bodyPr/>
        <a:lstStyle/>
        <a:p>
          <a:endParaRPr lang="en-US"/>
        </a:p>
      </dgm:t>
    </dgm:pt>
    <dgm:pt modelId="{D5455AD3-12C3-4C3B-BD44-D17A04D4F7A5}">
      <dgm:prSet/>
      <dgm:spPr/>
      <dgm:t>
        <a:bodyPr/>
        <a:lstStyle/>
        <a:p>
          <a:r>
            <a:rPr lang="en-GB"/>
            <a:t>A metric gives indication of the overhead that is required to send packets across a certain interface. </a:t>
          </a:r>
          <a:endParaRPr lang="en-US"/>
        </a:p>
      </dgm:t>
    </dgm:pt>
    <dgm:pt modelId="{A60AEC34-11BB-4063-B18A-D57146AE6630}" type="parTrans" cxnId="{546DB4AD-65C9-4598-BA75-6E1D35FBCA27}">
      <dgm:prSet/>
      <dgm:spPr/>
      <dgm:t>
        <a:bodyPr/>
        <a:lstStyle/>
        <a:p>
          <a:endParaRPr lang="en-US"/>
        </a:p>
      </dgm:t>
    </dgm:pt>
    <dgm:pt modelId="{5E9FFECF-E673-40D2-89F2-B24BCD965EA3}" type="sibTrans" cxnId="{546DB4AD-65C9-4598-BA75-6E1D35FBCA27}">
      <dgm:prSet/>
      <dgm:spPr/>
      <dgm:t>
        <a:bodyPr/>
        <a:lstStyle/>
        <a:p>
          <a:endParaRPr lang="en-US"/>
        </a:p>
      </dgm:t>
    </dgm:pt>
    <dgm:pt modelId="{CB8A330D-8D6C-47C7-B7D9-56EC91E32BB2}" type="pres">
      <dgm:prSet presAssocID="{79B7EB0D-B3A4-434C-8048-F708EBBE307B}" presName="linear" presStyleCnt="0">
        <dgm:presLayoutVars>
          <dgm:animLvl val="lvl"/>
          <dgm:resizeHandles val="exact"/>
        </dgm:presLayoutVars>
      </dgm:prSet>
      <dgm:spPr/>
    </dgm:pt>
    <dgm:pt modelId="{3B5DEE77-7509-46AC-B102-F1A9459495BE}" type="pres">
      <dgm:prSet presAssocID="{B74682A9-A562-47CF-AE05-884F424E42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BFE3B0-2423-45A7-A70D-89A492738219}" type="pres">
      <dgm:prSet presAssocID="{A53037C5-5603-40BA-9994-4ECFA037F25B}" presName="spacer" presStyleCnt="0"/>
      <dgm:spPr/>
    </dgm:pt>
    <dgm:pt modelId="{D1A7ADBD-FD4B-4168-AB39-1D3DFB88CD2C}" type="pres">
      <dgm:prSet presAssocID="{D5455AD3-12C3-4C3B-BD44-D17A04D4F7A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AA96D6F-B706-49A8-81BB-523C0420DEE8}" type="presOf" srcId="{79B7EB0D-B3A4-434C-8048-F708EBBE307B}" destId="{CB8A330D-8D6C-47C7-B7D9-56EC91E32BB2}" srcOrd="0" destOrd="0" presId="urn:microsoft.com/office/officeart/2005/8/layout/vList2"/>
    <dgm:cxn modelId="{8AC32551-B382-4D14-A544-1E01592FCD8E}" type="presOf" srcId="{B74682A9-A562-47CF-AE05-884F424E42FC}" destId="{3B5DEE77-7509-46AC-B102-F1A9459495BE}" srcOrd="0" destOrd="0" presId="urn:microsoft.com/office/officeart/2005/8/layout/vList2"/>
    <dgm:cxn modelId="{D3440977-B0D5-4D88-ACA7-83B8FE4018D0}" srcId="{79B7EB0D-B3A4-434C-8048-F708EBBE307B}" destId="{B74682A9-A562-47CF-AE05-884F424E42FC}" srcOrd="0" destOrd="0" parTransId="{15A2D8BA-DACA-4BC6-8B70-6FF04E775DC8}" sibTransId="{A53037C5-5603-40BA-9994-4ECFA037F25B}"/>
    <dgm:cxn modelId="{546DB4AD-65C9-4598-BA75-6E1D35FBCA27}" srcId="{79B7EB0D-B3A4-434C-8048-F708EBBE307B}" destId="{D5455AD3-12C3-4C3B-BD44-D17A04D4F7A5}" srcOrd="1" destOrd="0" parTransId="{A60AEC34-11BB-4063-B18A-D57146AE6630}" sibTransId="{5E9FFECF-E673-40D2-89F2-B24BCD965EA3}"/>
    <dgm:cxn modelId="{E45A2CB9-A782-433C-B5BD-6EE796DFE7B9}" type="presOf" srcId="{D5455AD3-12C3-4C3B-BD44-D17A04D4F7A5}" destId="{D1A7ADBD-FD4B-4168-AB39-1D3DFB88CD2C}" srcOrd="0" destOrd="0" presId="urn:microsoft.com/office/officeart/2005/8/layout/vList2"/>
    <dgm:cxn modelId="{94887EF1-B9C8-43F6-A6AE-398C2A40D469}" type="presParOf" srcId="{CB8A330D-8D6C-47C7-B7D9-56EC91E32BB2}" destId="{3B5DEE77-7509-46AC-B102-F1A9459495BE}" srcOrd="0" destOrd="0" presId="urn:microsoft.com/office/officeart/2005/8/layout/vList2"/>
    <dgm:cxn modelId="{EF8DC7BB-4BBA-4091-9E11-3649F7D7B655}" type="presParOf" srcId="{CB8A330D-8D6C-47C7-B7D9-56EC91E32BB2}" destId="{0BBFE3B0-2423-45A7-A70D-89A492738219}" srcOrd="1" destOrd="0" presId="urn:microsoft.com/office/officeart/2005/8/layout/vList2"/>
    <dgm:cxn modelId="{F76C907A-611E-4D32-976E-02E8093757AA}" type="presParOf" srcId="{CB8A330D-8D6C-47C7-B7D9-56EC91E32BB2}" destId="{D1A7ADBD-FD4B-4168-AB39-1D3DFB88CD2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1E515D6-EFF4-4822-A74B-E319E7BD50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84F855-B6A0-4BA2-89C9-16B680C8DAB8}">
      <dgm:prSet/>
      <dgm:spPr/>
      <dgm:t>
        <a:bodyPr/>
        <a:lstStyle/>
        <a:p>
          <a:r>
            <a:rPr lang="en-GB"/>
            <a:t>Therefore:</a:t>
          </a:r>
          <a:endParaRPr lang="en-US"/>
        </a:p>
      </dgm:t>
    </dgm:pt>
    <dgm:pt modelId="{73BDE94D-3DC7-436B-9069-D0BA9D2705F0}" type="parTrans" cxnId="{AA06B634-2CD3-44B1-ABC9-5E91AA0727ED}">
      <dgm:prSet/>
      <dgm:spPr/>
      <dgm:t>
        <a:bodyPr/>
        <a:lstStyle/>
        <a:p>
          <a:endParaRPr lang="en-US"/>
        </a:p>
      </dgm:t>
    </dgm:pt>
    <dgm:pt modelId="{C2102BC9-4100-4F9E-98F7-887C92189A94}" type="sibTrans" cxnId="{AA06B634-2CD3-44B1-ABC9-5E91AA0727ED}">
      <dgm:prSet/>
      <dgm:spPr/>
      <dgm:t>
        <a:bodyPr/>
        <a:lstStyle/>
        <a:p>
          <a:endParaRPr lang="en-US"/>
        </a:p>
      </dgm:t>
    </dgm:pt>
    <dgm:pt modelId="{71F54469-239D-4A2E-AC2C-3CAFC0AEA2A6}">
      <dgm:prSet/>
      <dgm:spPr/>
      <dgm:t>
        <a:bodyPr/>
        <a:lstStyle/>
        <a:p>
          <a:r>
            <a:rPr lang="en-GB" b="1" u="sng"/>
            <a:t>a higher bandwidth indicates a lower cost.</a:t>
          </a:r>
          <a:endParaRPr lang="en-US"/>
        </a:p>
      </dgm:t>
    </dgm:pt>
    <dgm:pt modelId="{68A43880-4230-4D60-AB29-BED8CE9F1C01}" type="parTrans" cxnId="{22FB9322-93F3-4ABB-91DB-A907A93CC358}">
      <dgm:prSet/>
      <dgm:spPr/>
      <dgm:t>
        <a:bodyPr/>
        <a:lstStyle/>
        <a:p>
          <a:endParaRPr lang="en-US"/>
        </a:p>
      </dgm:t>
    </dgm:pt>
    <dgm:pt modelId="{A72E805E-529A-4AB3-B72D-F859CD5D3459}" type="sibTrans" cxnId="{22FB9322-93F3-4ABB-91DB-A907A93CC358}">
      <dgm:prSet/>
      <dgm:spPr/>
      <dgm:t>
        <a:bodyPr/>
        <a:lstStyle/>
        <a:p>
          <a:endParaRPr lang="en-US"/>
        </a:p>
      </dgm:t>
    </dgm:pt>
    <dgm:pt modelId="{D1385C6E-822C-4063-845B-D872CAD9B1E0}">
      <dgm:prSet/>
      <dgm:spPr/>
      <dgm:t>
        <a:bodyPr/>
        <a:lstStyle/>
        <a:p>
          <a:r>
            <a:rPr lang="en-GB"/>
            <a:t>More overhead and time delays equal a higher cost. </a:t>
          </a:r>
          <a:endParaRPr lang="en-US"/>
        </a:p>
      </dgm:t>
    </dgm:pt>
    <dgm:pt modelId="{CD34AAE2-590D-4C92-907A-C80A567DC725}" type="parTrans" cxnId="{B4BDBF37-B5C3-4B99-B09C-E3683049D394}">
      <dgm:prSet/>
      <dgm:spPr/>
      <dgm:t>
        <a:bodyPr/>
        <a:lstStyle/>
        <a:p>
          <a:endParaRPr lang="en-US"/>
        </a:p>
      </dgm:t>
    </dgm:pt>
    <dgm:pt modelId="{C2892A3E-3E5A-42AA-AB71-18FD7F44AA0F}" type="sibTrans" cxnId="{B4BDBF37-B5C3-4B99-B09C-E3683049D394}">
      <dgm:prSet/>
      <dgm:spPr/>
      <dgm:t>
        <a:bodyPr/>
        <a:lstStyle/>
        <a:p>
          <a:endParaRPr lang="en-US"/>
        </a:p>
      </dgm:t>
    </dgm:pt>
    <dgm:pt modelId="{92F45ECB-84D1-426E-AB5C-A2641590EE73}">
      <dgm:prSet/>
      <dgm:spPr/>
      <dgm:t>
        <a:bodyPr/>
        <a:lstStyle/>
        <a:p>
          <a:r>
            <a:rPr lang="en-GB"/>
            <a:t>Therefore, a 10-Mb/s Ethernet line has a higher cost than a 100-Mb/s Ethernet line.</a:t>
          </a:r>
          <a:endParaRPr lang="en-US"/>
        </a:p>
      </dgm:t>
    </dgm:pt>
    <dgm:pt modelId="{DABF3FDD-9C14-480B-89C9-9B7DDD4E43D6}" type="parTrans" cxnId="{D819CAF5-574E-4806-8BFC-D2D631FCCBAA}">
      <dgm:prSet/>
      <dgm:spPr/>
      <dgm:t>
        <a:bodyPr/>
        <a:lstStyle/>
        <a:p>
          <a:endParaRPr lang="en-US"/>
        </a:p>
      </dgm:t>
    </dgm:pt>
    <dgm:pt modelId="{93D50F54-AD11-4331-9C64-FD642A059857}" type="sibTrans" cxnId="{D819CAF5-574E-4806-8BFC-D2D631FCCBAA}">
      <dgm:prSet/>
      <dgm:spPr/>
      <dgm:t>
        <a:bodyPr/>
        <a:lstStyle/>
        <a:p>
          <a:endParaRPr lang="en-US"/>
        </a:p>
      </dgm:t>
    </dgm:pt>
    <dgm:pt modelId="{1C475C97-CA75-4190-BD48-4C5CE537C2E7}" type="pres">
      <dgm:prSet presAssocID="{21E515D6-EFF4-4822-A74B-E319E7BD5059}" presName="vert0" presStyleCnt="0">
        <dgm:presLayoutVars>
          <dgm:dir/>
          <dgm:animOne val="branch"/>
          <dgm:animLvl val="lvl"/>
        </dgm:presLayoutVars>
      </dgm:prSet>
      <dgm:spPr/>
    </dgm:pt>
    <dgm:pt modelId="{5E5AD2E3-F477-44CE-9B4F-96D397A8BA44}" type="pres">
      <dgm:prSet presAssocID="{1A84F855-B6A0-4BA2-89C9-16B680C8DAB8}" presName="thickLine" presStyleLbl="alignNode1" presStyleIdx="0" presStyleCnt="4"/>
      <dgm:spPr/>
    </dgm:pt>
    <dgm:pt modelId="{8901DFA2-EB6C-42FB-836A-F2775DD412AD}" type="pres">
      <dgm:prSet presAssocID="{1A84F855-B6A0-4BA2-89C9-16B680C8DAB8}" presName="horz1" presStyleCnt="0"/>
      <dgm:spPr/>
    </dgm:pt>
    <dgm:pt modelId="{52966026-02DD-4391-A618-9C5A03BC6B9A}" type="pres">
      <dgm:prSet presAssocID="{1A84F855-B6A0-4BA2-89C9-16B680C8DAB8}" presName="tx1" presStyleLbl="revTx" presStyleIdx="0" presStyleCnt="4"/>
      <dgm:spPr/>
    </dgm:pt>
    <dgm:pt modelId="{8DADD252-3ED0-492E-BAFA-CAB00CC4F8BF}" type="pres">
      <dgm:prSet presAssocID="{1A84F855-B6A0-4BA2-89C9-16B680C8DAB8}" presName="vert1" presStyleCnt="0"/>
      <dgm:spPr/>
    </dgm:pt>
    <dgm:pt modelId="{BD81DC2A-76A2-4781-98E1-893322A313E3}" type="pres">
      <dgm:prSet presAssocID="{71F54469-239D-4A2E-AC2C-3CAFC0AEA2A6}" presName="thickLine" presStyleLbl="alignNode1" presStyleIdx="1" presStyleCnt="4"/>
      <dgm:spPr/>
    </dgm:pt>
    <dgm:pt modelId="{11437450-8623-41D6-8552-40CA3AAF2097}" type="pres">
      <dgm:prSet presAssocID="{71F54469-239D-4A2E-AC2C-3CAFC0AEA2A6}" presName="horz1" presStyleCnt="0"/>
      <dgm:spPr/>
    </dgm:pt>
    <dgm:pt modelId="{B8FB5BF9-2587-4B64-848A-FDD10C722A93}" type="pres">
      <dgm:prSet presAssocID="{71F54469-239D-4A2E-AC2C-3CAFC0AEA2A6}" presName="tx1" presStyleLbl="revTx" presStyleIdx="1" presStyleCnt="4"/>
      <dgm:spPr/>
    </dgm:pt>
    <dgm:pt modelId="{E667ABEC-A5A1-4306-A6D9-EDF833F9EE8E}" type="pres">
      <dgm:prSet presAssocID="{71F54469-239D-4A2E-AC2C-3CAFC0AEA2A6}" presName="vert1" presStyleCnt="0"/>
      <dgm:spPr/>
    </dgm:pt>
    <dgm:pt modelId="{44A9B7CB-4E90-4456-81B0-36FA8C058A59}" type="pres">
      <dgm:prSet presAssocID="{D1385C6E-822C-4063-845B-D872CAD9B1E0}" presName="thickLine" presStyleLbl="alignNode1" presStyleIdx="2" presStyleCnt="4"/>
      <dgm:spPr/>
    </dgm:pt>
    <dgm:pt modelId="{B9D23449-3FF2-4653-A3DD-D6C1E09E37B5}" type="pres">
      <dgm:prSet presAssocID="{D1385C6E-822C-4063-845B-D872CAD9B1E0}" presName="horz1" presStyleCnt="0"/>
      <dgm:spPr/>
    </dgm:pt>
    <dgm:pt modelId="{3409EF78-7CDD-4BA0-88F1-CAA605AEB46F}" type="pres">
      <dgm:prSet presAssocID="{D1385C6E-822C-4063-845B-D872CAD9B1E0}" presName="tx1" presStyleLbl="revTx" presStyleIdx="2" presStyleCnt="4"/>
      <dgm:spPr/>
    </dgm:pt>
    <dgm:pt modelId="{00F9949E-207B-4DDF-90F3-5E5484C3DB5A}" type="pres">
      <dgm:prSet presAssocID="{D1385C6E-822C-4063-845B-D872CAD9B1E0}" presName="vert1" presStyleCnt="0"/>
      <dgm:spPr/>
    </dgm:pt>
    <dgm:pt modelId="{5092ABFB-0019-42D2-B92D-F784C244F2B4}" type="pres">
      <dgm:prSet presAssocID="{92F45ECB-84D1-426E-AB5C-A2641590EE73}" presName="thickLine" presStyleLbl="alignNode1" presStyleIdx="3" presStyleCnt="4"/>
      <dgm:spPr/>
    </dgm:pt>
    <dgm:pt modelId="{AF536155-C4B6-4CA4-B550-A4DCB1949E17}" type="pres">
      <dgm:prSet presAssocID="{92F45ECB-84D1-426E-AB5C-A2641590EE73}" presName="horz1" presStyleCnt="0"/>
      <dgm:spPr/>
    </dgm:pt>
    <dgm:pt modelId="{11A4D9BB-1767-4271-977A-7BE4FACBC960}" type="pres">
      <dgm:prSet presAssocID="{92F45ECB-84D1-426E-AB5C-A2641590EE73}" presName="tx1" presStyleLbl="revTx" presStyleIdx="3" presStyleCnt="4"/>
      <dgm:spPr/>
    </dgm:pt>
    <dgm:pt modelId="{4831EDF9-8350-4336-8DBC-812E96C3C24A}" type="pres">
      <dgm:prSet presAssocID="{92F45ECB-84D1-426E-AB5C-A2641590EE73}" presName="vert1" presStyleCnt="0"/>
      <dgm:spPr/>
    </dgm:pt>
  </dgm:ptLst>
  <dgm:cxnLst>
    <dgm:cxn modelId="{D8D65422-6A0A-42BF-A102-A5244F7E55D5}" type="presOf" srcId="{21E515D6-EFF4-4822-A74B-E319E7BD5059}" destId="{1C475C97-CA75-4190-BD48-4C5CE537C2E7}" srcOrd="0" destOrd="0" presId="urn:microsoft.com/office/officeart/2008/layout/LinedList"/>
    <dgm:cxn modelId="{22FB9322-93F3-4ABB-91DB-A907A93CC358}" srcId="{21E515D6-EFF4-4822-A74B-E319E7BD5059}" destId="{71F54469-239D-4A2E-AC2C-3CAFC0AEA2A6}" srcOrd="1" destOrd="0" parTransId="{68A43880-4230-4D60-AB29-BED8CE9F1C01}" sibTransId="{A72E805E-529A-4AB3-B72D-F859CD5D3459}"/>
    <dgm:cxn modelId="{AA06B634-2CD3-44B1-ABC9-5E91AA0727ED}" srcId="{21E515D6-EFF4-4822-A74B-E319E7BD5059}" destId="{1A84F855-B6A0-4BA2-89C9-16B680C8DAB8}" srcOrd="0" destOrd="0" parTransId="{73BDE94D-3DC7-436B-9069-D0BA9D2705F0}" sibTransId="{C2102BC9-4100-4F9E-98F7-887C92189A94}"/>
    <dgm:cxn modelId="{B4BDBF37-B5C3-4B99-B09C-E3683049D394}" srcId="{21E515D6-EFF4-4822-A74B-E319E7BD5059}" destId="{D1385C6E-822C-4063-845B-D872CAD9B1E0}" srcOrd="2" destOrd="0" parTransId="{CD34AAE2-590D-4C92-907A-C80A567DC725}" sibTransId="{C2892A3E-3E5A-42AA-AB71-18FD7F44AA0F}"/>
    <dgm:cxn modelId="{E5F5DC57-3F85-466C-96DC-2423644D9E1E}" type="presOf" srcId="{92F45ECB-84D1-426E-AB5C-A2641590EE73}" destId="{11A4D9BB-1767-4271-977A-7BE4FACBC960}" srcOrd="0" destOrd="0" presId="urn:microsoft.com/office/officeart/2008/layout/LinedList"/>
    <dgm:cxn modelId="{67FE9D5A-04D3-42BA-B416-E415A508AB6C}" type="presOf" srcId="{71F54469-239D-4A2E-AC2C-3CAFC0AEA2A6}" destId="{B8FB5BF9-2587-4B64-848A-FDD10C722A93}" srcOrd="0" destOrd="0" presId="urn:microsoft.com/office/officeart/2008/layout/LinedList"/>
    <dgm:cxn modelId="{82F1FF8B-0D68-40F7-BA53-8DCEF99C0083}" type="presOf" srcId="{D1385C6E-822C-4063-845B-D872CAD9B1E0}" destId="{3409EF78-7CDD-4BA0-88F1-CAA605AEB46F}" srcOrd="0" destOrd="0" presId="urn:microsoft.com/office/officeart/2008/layout/LinedList"/>
    <dgm:cxn modelId="{80C1D9E9-8951-47D9-B74A-FAFC8AD5225A}" type="presOf" srcId="{1A84F855-B6A0-4BA2-89C9-16B680C8DAB8}" destId="{52966026-02DD-4391-A618-9C5A03BC6B9A}" srcOrd="0" destOrd="0" presId="urn:microsoft.com/office/officeart/2008/layout/LinedList"/>
    <dgm:cxn modelId="{D819CAF5-574E-4806-8BFC-D2D631FCCBAA}" srcId="{21E515D6-EFF4-4822-A74B-E319E7BD5059}" destId="{92F45ECB-84D1-426E-AB5C-A2641590EE73}" srcOrd="3" destOrd="0" parTransId="{DABF3FDD-9C14-480B-89C9-9B7DDD4E43D6}" sibTransId="{93D50F54-AD11-4331-9C64-FD642A059857}"/>
    <dgm:cxn modelId="{06E92D8C-8B39-4EDB-8A50-3A0D61D171C1}" type="presParOf" srcId="{1C475C97-CA75-4190-BD48-4C5CE537C2E7}" destId="{5E5AD2E3-F477-44CE-9B4F-96D397A8BA44}" srcOrd="0" destOrd="0" presId="urn:microsoft.com/office/officeart/2008/layout/LinedList"/>
    <dgm:cxn modelId="{04443A41-831A-483F-9E3F-42CD0BB66867}" type="presParOf" srcId="{1C475C97-CA75-4190-BD48-4C5CE537C2E7}" destId="{8901DFA2-EB6C-42FB-836A-F2775DD412AD}" srcOrd="1" destOrd="0" presId="urn:microsoft.com/office/officeart/2008/layout/LinedList"/>
    <dgm:cxn modelId="{B970196F-1716-4E8E-8234-55FC1C5FE0C6}" type="presParOf" srcId="{8901DFA2-EB6C-42FB-836A-F2775DD412AD}" destId="{52966026-02DD-4391-A618-9C5A03BC6B9A}" srcOrd="0" destOrd="0" presId="urn:microsoft.com/office/officeart/2008/layout/LinedList"/>
    <dgm:cxn modelId="{16395CB1-FD00-4DBD-9E41-4BAE766B83A3}" type="presParOf" srcId="{8901DFA2-EB6C-42FB-836A-F2775DD412AD}" destId="{8DADD252-3ED0-492E-BAFA-CAB00CC4F8BF}" srcOrd="1" destOrd="0" presId="urn:microsoft.com/office/officeart/2008/layout/LinedList"/>
    <dgm:cxn modelId="{F8464556-B6D5-40B6-B90A-5069DA9A605A}" type="presParOf" srcId="{1C475C97-CA75-4190-BD48-4C5CE537C2E7}" destId="{BD81DC2A-76A2-4781-98E1-893322A313E3}" srcOrd="2" destOrd="0" presId="urn:microsoft.com/office/officeart/2008/layout/LinedList"/>
    <dgm:cxn modelId="{00A3AC7C-16BE-457D-BF7E-99C6A8A9197D}" type="presParOf" srcId="{1C475C97-CA75-4190-BD48-4C5CE537C2E7}" destId="{11437450-8623-41D6-8552-40CA3AAF2097}" srcOrd="3" destOrd="0" presId="urn:microsoft.com/office/officeart/2008/layout/LinedList"/>
    <dgm:cxn modelId="{FEB0D5CF-1820-44F5-838B-390CA3079A35}" type="presParOf" srcId="{11437450-8623-41D6-8552-40CA3AAF2097}" destId="{B8FB5BF9-2587-4B64-848A-FDD10C722A93}" srcOrd="0" destOrd="0" presId="urn:microsoft.com/office/officeart/2008/layout/LinedList"/>
    <dgm:cxn modelId="{B753599D-41BC-4DD3-BDA3-B226E1D98E33}" type="presParOf" srcId="{11437450-8623-41D6-8552-40CA3AAF2097}" destId="{E667ABEC-A5A1-4306-A6D9-EDF833F9EE8E}" srcOrd="1" destOrd="0" presId="urn:microsoft.com/office/officeart/2008/layout/LinedList"/>
    <dgm:cxn modelId="{F11B1125-6F65-416B-BD4A-0EA5A4B6E059}" type="presParOf" srcId="{1C475C97-CA75-4190-BD48-4C5CE537C2E7}" destId="{44A9B7CB-4E90-4456-81B0-36FA8C058A59}" srcOrd="4" destOrd="0" presId="urn:microsoft.com/office/officeart/2008/layout/LinedList"/>
    <dgm:cxn modelId="{D2C281C0-58E1-468E-9C46-359E6AD3C0FB}" type="presParOf" srcId="{1C475C97-CA75-4190-BD48-4C5CE537C2E7}" destId="{B9D23449-3FF2-4653-A3DD-D6C1E09E37B5}" srcOrd="5" destOrd="0" presId="urn:microsoft.com/office/officeart/2008/layout/LinedList"/>
    <dgm:cxn modelId="{89C1CF06-1E51-4D0A-B136-0D6DEFFFA577}" type="presParOf" srcId="{B9D23449-3FF2-4653-A3DD-D6C1E09E37B5}" destId="{3409EF78-7CDD-4BA0-88F1-CAA605AEB46F}" srcOrd="0" destOrd="0" presId="urn:microsoft.com/office/officeart/2008/layout/LinedList"/>
    <dgm:cxn modelId="{45F611F7-F74C-4581-8CDD-4847A030FC2F}" type="presParOf" srcId="{B9D23449-3FF2-4653-A3DD-D6C1E09E37B5}" destId="{00F9949E-207B-4DDF-90F3-5E5484C3DB5A}" srcOrd="1" destOrd="0" presId="urn:microsoft.com/office/officeart/2008/layout/LinedList"/>
    <dgm:cxn modelId="{51AAC667-A586-4E6C-B5F8-AD235E4F1C1C}" type="presParOf" srcId="{1C475C97-CA75-4190-BD48-4C5CE537C2E7}" destId="{5092ABFB-0019-42D2-B92D-F784C244F2B4}" srcOrd="6" destOrd="0" presId="urn:microsoft.com/office/officeart/2008/layout/LinedList"/>
    <dgm:cxn modelId="{9C2A5136-8AC7-44CB-9306-E0D205B9D2D4}" type="presParOf" srcId="{1C475C97-CA75-4190-BD48-4C5CE537C2E7}" destId="{AF536155-C4B6-4CA4-B550-A4DCB1949E17}" srcOrd="7" destOrd="0" presId="urn:microsoft.com/office/officeart/2008/layout/LinedList"/>
    <dgm:cxn modelId="{6987C424-A560-40EA-9C59-81A7A314285F}" type="presParOf" srcId="{AF536155-C4B6-4CA4-B550-A4DCB1949E17}" destId="{11A4D9BB-1767-4271-977A-7BE4FACBC960}" srcOrd="0" destOrd="0" presId="urn:microsoft.com/office/officeart/2008/layout/LinedList"/>
    <dgm:cxn modelId="{0436AA5B-4BE8-4884-9389-3BC8964E0E86}" type="presParOf" srcId="{AF536155-C4B6-4CA4-B550-A4DCB1949E17}" destId="{4831EDF9-8350-4336-8DBC-812E96C3C2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B9A758E-974B-473A-A86C-87CD80403C1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90F610-03FE-47F3-83BD-8E68CDD4A197}">
      <dgm:prSet/>
      <dgm:spPr/>
      <dgm:t>
        <a:bodyPr/>
        <a:lstStyle/>
        <a:p>
          <a:r>
            <a:rPr lang="en-IE" b="1"/>
            <a:t>Cost</a:t>
          </a:r>
          <a:r>
            <a:rPr lang="en-IE"/>
            <a:t> = </a:t>
          </a:r>
          <a:r>
            <a:rPr lang="en-IE" i="1" u="sng"/>
            <a:t>reference bandwidth</a:t>
          </a:r>
          <a:r>
            <a:rPr lang="en-IE" i="1"/>
            <a:t> </a:t>
          </a:r>
          <a:r>
            <a:rPr lang="en-IE"/>
            <a:t>/</a:t>
          </a:r>
          <a:r>
            <a:rPr lang="en-IE" i="1" u="sng"/>
            <a:t>interface bandwidth</a:t>
          </a:r>
          <a:endParaRPr lang="en-US"/>
        </a:p>
      </dgm:t>
    </dgm:pt>
    <dgm:pt modelId="{2794CAB1-4157-449C-873D-EC4DA6A49A75}" type="parTrans" cxnId="{210BDFA2-4792-46F0-8A84-E82D206D98F4}">
      <dgm:prSet/>
      <dgm:spPr/>
      <dgm:t>
        <a:bodyPr/>
        <a:lstStyle/>
        <a:p>
          <a:endParaRPr lang="en-US"/>
        </a:p>
      </dgm:t>
    </dgm:pt>
    <dgm:pt modelId="{B383C3AF-E5E3-45EE-8A7A-C0799B5EDBEE}" type="sibTrans" cxnId="{210BDFA2-4792-46F0-8A84-E82D206D98F4}">
      <dgm:prSet/>
      <dgm:spPr/>
      <dgm:t>
        <a:bodyPr/>
        <a:lstStyle/>
        <a:p>
          <a:endParaRPr lang="en-US"/>
        </a:p>
      </dgm:t>
    </dgm:pt>
    <dgm:pt modelId="{3014C456-DB12-464D-AA95-05BD403BBD79}">
      <dgm:prSet/>
      <dgm:spPr/>
      <dgm:t>
        <a:bodyPr/>
        <a:lstStyle/>
        <a:p>
          <a:r>
            <a:rPr lang="en-IE"/>
            <a:t>The default reference bandwidth is 10^8 (100,000,000); therefore, the formula is:</a:t>
          </a:r>
          <a:endParaRPr lang="en-US"/>
        </a:p>
      </dgm:t>
    </dgm:pt>
    <dgm:pt modelId="{D9705F22-FC5D-44CB-99CB-5DEA6235BB77}" type="parTrans" cxnId="{233659F9-50F6-4434-9C3F-99B1AB966439}">
      <dgm:prSet/>
      <dgm:spPr/>
      <dgm:t>
        <a:bodyPr/>
        <a:lstStyle/>
        <a:p>
          <a:endParaRPr lang="en-US"/>
        </a:p>
      </dgm:t>
    </dgm:pt>
    <dgm:pt modelId="{F50826A4-1351-49A7-B870-FBA3FD1F07F0}" type="sibTrans" cxnId="{233659F9-50F6-4434-9C3F-99B1AB966439}">
      <dgm:prSet/>
      <dgm:spPr/>
      <dgm:t>
        <a:bodyPr/>
        <a:lstStyle/>
        <a:p>
          <a:endParaRPr lang="en-US"/>
        </a:p>
      </dgm:t>
    </dgm:pt>
    <dgm:pt modelId="{815B75F9-D70B-4F67-B5CC-83AF8C11EDD1}">
      <dgm:prSet/>
      <dgm:spPr/>
      <dgm:t>
        <a:bodyPr/>
        <a:lstStyle/>
        <a:p>
          <a:r>
            <a:rPr lang="en-IE" b="1"/>
            <a:t>Cost</a:t>
          </a:r>
          <a:r>
            <a:rPr lang="en-IE"/>
            <a:t> = </a:t>
          </a:r>
          <a:r>
            <a:rPr lang="en-IE" u="sng"/>
            <a:t>100,000,000 bps</a:t>
          </a:r>
          <a:r>
            <a:rPr lang="en-IE"/>
            <a:t> / </a:t>
          </a:r>
          <a:r>
            <a:rPr lang="en-IE" i="1" u="sng"/>
            <a:t>interface bandwidth in bps</a:t>
          </a:r>
          <a:endParaRPr lang="en-US"/>
        </a:p>
      </dgm:t>
    </dgm:pt>
    <dgm:pt modelId="{CF8A3583-9864-40BD-963B-F4BD6B638796}" type="parTrans" cxnId="{825792DC-45C4-42D4-AAF4-4D636E94611B}">
      <dgm:prSet/>
      <dgm:spPr/>
      <dgm:t>
        <a:bodyPr/>
        <a:lstStyle/>
        <a:p>
          <a:endParaRPr lang="en-US"/>
        </a:p>
      </dgm:t>
    </dgm:pt>
    <dgm:pt modelId="{53A9F118-1F9A-4FE8-B1B7-6E7D5B5D6815}" type="sibTrans" cxnId="{825792DC-45C4-42D4-AAF4-4D636E94611B}">
      <dgm:prSet/>
      <dgm:spPr/>
      <dgm:t>
        <a:bodyPr/>
        <a:lstStyle/>
        <a:p>
          <a:endParaRPr lang="en-US"/>
        </a:p>
      </dgm:t>
    </dgm:pt>
    <dgm:pt modelId="{7CFDA8BD-454C-4617-89A1-F8A006C8F353}" type="pres">
      <dgm:prSet presAssocID="{FB9A758E-974B-473A-A86C-87CD80403C13}" presName="linear" presStyleCnt="0">
        <dgm:presLayoutVars>
          <dgm:animLvl val="lvl"/>
          <dgm:resizeHandles val="exact"/>
        </dgm:presLayoutVars>
      </dgm:prSet>
      <dgm:spPr/>
    </dgm:pt>
    <dgm:pt modelId="{92464F99-EF76-4D96-A57C-4438303CD787}" type="pres">
      <dgm:prSet presAssocID="{AB90F610-03FE-47F3-83BD-8E68CDD4A1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FB5CAD8-228A-400C-A786-0DB2A7F86DCE}" type="pres">
      <dgm:prSet presAssocID="{B383C3AF-E5E3-45EE-8A7A-C0799B5EDBEE}" presName="spacer" presStyleCnt="0"/>
      <dgm:spPr/>
    </dgm:pt>
    <dgm:pt modelId="{E9A2CB18-8045-4608-B14A-EBBC24C01FAF}" type="pres">
      <dgm:prSet presAssocID="{3014C456-DB12-464D-AA95-05BD403BBD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C223F5-61DD-4334-A6CF-F2231245DF59}" type="pres">
      <dgm:prSet presAssocID="{F50826A4-1351-49A7-B870-FBA3FD1F07F0}" presName="spacer" presStyleCnt="0"/>
      <dgm:spPr/>
    </dgm:pt>
    <dgm:pt modelId="{55D47979-02DC-4C4B-8310-6366E54A16DF}" type="pres">
      <dgm:prSet presAssocID="{815B75F9-D70B-4F67-B5CC-83AF8C11EDD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19BD528-11F5-47D0-801B-8374F5B15DDA}" type="presOf" srcId="{AB90F610-03FE-47F3-83BD-8E68CDD4A197}" destId="{92464F99-EF76-4D96-A57C-4438303CD787}" srcOrd="0" destOrd="0" presId="urn:microsoft.com/office/officeart/2005/8/layout/vList2"/>
    <dgm:cxn modelId="{77ED0042-9C1C-40E8-9354-201EBA252977}" type="presOf" srcId="{815B75F9-D70B-4F67-B5CC-83AF8C11EDD1}" destId="{55D47979-02DC-4C4B-8310-6366E54A16DF}" srcOrd="0" destOrd="0" presId="urn:microsoft.com/office/officeart/2005/8/layout/vList2"/>
    <dgm:cxn modelId="{1CF1B38F-7952-4055-93BD-2AF0DE4201CD}" type="presOf" srcId="{FB9A758E-974B-473A-A86C-87CD80403C13}" destId="{7CFDA8BD-454C-4617-89A1-F8A006C8F353}" srcOrd="0" destOrd="0" presId="urn:microsoft.com/office/officeart/2005/8/layout/vList2"/>
    <dgm:cxn modelId="{210BDFA2-4792-46F0-8A84-E82D206D98F4}" srcId="{FB9A758E-974B-473A-A86C-87CD80403C13}" destId="{AB90F610-03FE-47F3-83BD-8E68CDD4A197}" srcOrd="0" destOrd="0" parTransId="{2794CAB1-4157-449C-873D-EC4DA6A49A75}" sibTransId="{B383C3AF-E5E3-45EE-8A7A-C0799B5EDBEE}"/>
    <dgm:cxn modelId="{DEBEA2A9-57D4-4B08-BEC2-FFAE12D6F97E}" type="presOf" srcId="{3014C456-DB12-464D-AA95-05BD403BBD79}" destId="{E9A2CB18-8045-4608-B14A-EBBC24C01FAF}" srcOrd="0" destOrd="0" presId="urn:microsoft.com/office/officeart/2005/8/layout/vList2"/>
    <dgm:cxn modelId="{825792DC-45C4-42D4-AAF4-4D636E94611B}" srcId="{FB9A758E-974B-473A-A86C-87CD80403C13}" destId="{815B75F9-D70B-4F67-B5CC-83AF8C11EDD1}" srcOrd="2" destOrd="0" parTransId="{CF8A3583-9864-40BD-963B-F4BD6B638796}" sibTransId="{53A9F118-1F9A-4FE8-B1B7-6E7D5B5D6815}"/>
    <dgm:cxn modelId="{233659F9-50F6-4434-9C3F-99B1AB966439}" srcId="{FB9A758E-974B-473A-A86C-87CD80403C13}" destId="{3014C456-DB12-464D-AA95-05BD403BBD79}" srcOrd="1" destOrd="0" parTransId="{D9705F22-FC5D-44CB-99CB-5DEA6235BB77}" sibTransId="{F50826A4-1351-49A7-B870-FBA3FD1F07F0}"/>
    <dgm:cxn modelId="{5EA9DD6F-4D96-4DBD-A43C-B934C97CC38B}" type="presParOf" srcId="{7CFDA8BD-454C-4617-89A1-F8A006C8F353}" destId="{92464F99-EF76-4D96-A57C-4438303CD787}" srcOrd="0" destOrd="0" presId="urn:microsoft.com/office/officeart/2005/8/layout/vList2"/>
    <dgm:cxn modelId="{DE787F93-62D0-4944-BA21-0E0A67789273}" type="presParOf" srcId="{7CFDA8BD-454C-4617-89A1-F8A006C8F353}" destId="{BFB5CAD8-228A-400C-A786-0DB2A7F86DCE}" srcOrd="1" destOrd="0" presId="urn:microsoft.com/office/officeart/2005/8/layout/vList2"/>
    <dgm:cxn modelId="{EBE78CEB-B1EB-42F7-885F-99F5DBEF62B0}" type="presParOf" srcId="{7CFDA8BD-454C-4617-89A1-F8A006C8F353}" destId="{E9A2CB18-8045-4608-B14A-EBBC24C01FAF}" srcOrd="2" destOrd="0" presId="urn:microsoft.com/office/officeart/2005/8/layout/vList2"/>
    <dgm:cxn modelId="{10BED41B-8AEE-4149-B0A7-4F64CA3B2A0B}" type="presParOf" srcId="{7CFDA8BD-454C-4617-89A1-F8A006C8F353}" destId="{C8C223F5-61DD-4334-A6CF-F2231245DF59}" srcOrd="3" destOrd="0" presId="urn:microsoft.com/office/officeart/2005/8/layout/vList2"/>
    <dgm:cxn modelId="{5455E3EB-5DE8-4642-AD30-E862680CB264}" type="presParOf" srcId="{7CFDA8BD-454C-4617-89A1-F8A006C8F353}" destId="{55D47979-02DC-4C4B-8310-6366E54A16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73D0ABC-579E-41C3-A246-4E927C0FE8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3D0028-BA56-4761-B7DC-80A024BE7BC4}">
      <dgm:prSet/>
      <dgm:spPr/>
      <dgm:t>
        <a:bodyPr/>
        <a:lstStyle/>
        <a:p>
          <a:r>
            <a:rPr lang="en-IE"/>
            <a:t>Cost of 10 Mb/s</a:t>
          </a:r>
          <a:endParaRPr lang="en-US"/>
        </a:p>
      </dgm:t>
    </dgm:pt>
    <dgm:pt modelId="{5C13C720-4D40-4548-B573-C8BB86A3E897}" type="parTrans" cxnId="{2053242E-5BA0-4657-930B-412FA01F9953}">
      <dgm:prSet/>
      <dgm:spPr/>
      <dgm:t>
        <a:bodyPr/>
        <a:lstStyle/>
        <a:p>
          <a:endParaRPr lang="en-US"/>
        </a:p>
      </dgm:t>
    </dgm:pt>
    <dgm:pt modelId="{21661DA3-6A8E-45DD-A4F4-FA62F1B11831}" type="sibTrans" cxnId="{2053242E-5BA0-4657-930B-412FA01F9953}">
      <dgm:prSet/>
      <dgm:spPr/>
      <dgm:t>
        <a:bodyPr/>
        <a:lstStyle/>
        <a:p>
          <a:endParaRPr lang="en-US"/>
        </a:p>
      </dgm:t>
    </dgm:pt>
    <dgm:pt modelId="{916853CC-5156-4A33-8DC3-D4F661BD610A}">
      <dgm:prSet/>
      <dgm:spPr/>
      <dgm:t>
        <a:bodyPr/>
        <a:lstStyle/>
        <a:p>
          <a:r>
            <a:rPr lang="en-IE"/>
            <a:t>=100,000,000/10,000,000 =10</a:t>
          </a:r>
          <a:endParaRPr lang="en-US"/>
        </a:p>
      </dgm:t>
    </dgm:pt>
    <dgm:pt modelId="{F5ED2513-3DD6-416E-B02F-47E848267695}" type="parTrans" cxnId="{A0B81D52-3E59-46EC-9CA0-D2DD986D0587}">
      <dgm:prSet/>
      <dgm:spPr/>
      <dgm:t>
        <a:bodyPr/>
        <a:lstStyle/>
        <a:p>
          <a:endParaRPr lang="en-US"/>
        </a:p>
      </dgm:t>
    </dgm:pt>
    <dgm:pt modelId="{11BF8BD8-4B0A-4F04-AB7B-F304C81C1C25}" type="sibTrans" cxnId="{A0B81D52-3E59-46EC-9CA0-D2DD986D0587}">
      <dgm:prSet/>
      <dgm:spPr/>
      <dgm:t>
        <a:bodyPr/>
        <a:lstStyle/>
        <a:p>
          <a:endParaRPr lang="en-US"/>
        </a:p>
      </dgm:t>
    </dgm:pt>
    <dgm:pt modelId="{3F63152C-156F-4926-883D-9A302BEF14E6}">
      <dgm:prSet/>
      <dgm:spPr/>
      <dgm:t>
        <a:bodyPr/>
        <a:lstStyle/>
        <a:p>
          <a:r>
            <a:rPr lang="en-IE"/>
            <a:t>Cost of 100Mb/s</a:t>
          </a:r>
          <a:endParaRPr lang="en-US"/>
        </a:p>
      </dgm:t>
    </dgm:pt>
    <dgm:pt modelId="{9F5DDA6F-6DAD-4A48-A1D5-D0226E6A4F6E}" type="parTrans" cxnId="{631C80A8-E33D-4817-8694-983181325590}">
      <dgm:prSet/>
      <dgm:spPr/>
      <dgm:t>
        <a:bodyPr/>
        <a:lstStyle/>
        <a:p>
          <a:endParaRPr lang="en-US"/>
        </a:p>
      </dgm:t>
    </dgm:pt>
    <dgm:pt modelId="{504ED0FB-2EE7-4AE1-A432-C9E84719E607}" type="sibTrans" cxnId="{631C80A8-E33D-4817-8694-983181325590}">
      <dgm:prSet/>
      <dgm:spPr/>
      <dgm:t>
        <a:bodyPr/>
        <a:lstStyle/>
        <a:p>
          <a:endParaRPr lang="en-US"/>
        </a:p>
      </dgm:t>
    </dgm:pt>
    <dgm:pt modelId="{93AFFED4-634E-4072-BCEC-671E4C7186AF}">
      <dgm:prSet/>
      <dgm:spPr/>
      <dgm:t>
        <a:bodyPr/>
        <a:lstStyle/>
        <a:p>
          <a:r>
            <a:rPr lang="en-IE"/>
            <a:t>=100,000,000/100,000,000 =1</a:t>
          </a:r>
          <a:endParaRPr lang="en-US"/>
        </a:p>
      </dgm:t>
    </dgm:pt>
    <dgm:pt modelId="{D65142FA-99EF-4763-9B5F-0DB492838279}" type="parTrans" cxnId="{B9EFBC7C-4BDE-431E-88F3-B02AC3FA5D90}">
      <dgm:prSet/>
      <dgm:spPr/>
      <dgm:t>
        <a:bodyPr/>
        <a:lstStyle/>
        <a:p>
          <a:endParaRPr lang="en-US"/>
        </a:p>
      </dgm:t>
    </dgm:pt>
    <dgm:pt modelId="{03FA91C5-2E90-4CDF-B738-ADF84C694D05}" type="sibTrans" cxnId="{B9EFBC7C-4BDE-431E-88F3-B02AC3FA5D90}">
      <dgm:prSet/>
      <dgm:spPr/>
      <dgm:t>
        <a:bodyPr/>
        <a:lstStyle/>
        <a:p>
          <a:endParaRPr lang="en-US"/>
        </a:p>
      </dgm:t>
    </dgm:pt>
    <dgm:pt modelId="{C1E3B06A-AEB8-4F4C-8C89-7935F4005272}" type="pres">
      <dgm:prSet presAssocID="{F73D0ABC-579E-41C3-A246-4E927C0FE8CB}" presName="linear" presStyleCnt="0">
        <dgm:presLayoutVars>
          <dgm:animLvl val="lvl"/>
          <dgm:resizeHandles val="exact"/>
        </dgm:presLayoutVars>
      </dgm:prSet>
      <dgm:spPr/>
    </dgm:pt>
    <dgm:pt modelId="{FE6747C7-84DE-4473-BF77-CF770CD5D48D}" type="pres">
      <dgm:prSet presAssocID="{773D0028-BA56-4761-B7DC-80A024BE7B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B13BA9-CEA3-4870-9CB1-E6A888D52ADD}" type="pres">
      <dgm:prSet presAssocID="{21661DA3-6A8E-45DD-A4F4-FA62F1B11831}" presName="spacer" presStyleCnt="0"/>
      <dgm:spPr/>
    </dgm:pt>
    <dgm:pt modelId="{FA913624-2270-4AD8-B357-77C0D9154B75}" type="pres">
      <dgm:prSet presAssocID="{916853CC-5156-4A33-8DC3-D4F661BD61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352571-0E87-4516-919F-8A408F1CD071}" type="pres">
      <dgm:prSet presAssocID="{11BF8BD8-4B0A-4F04-AB7B-F304C81C1C25}" presName="spacer" presStyleCnt="0"/>
      <dgm:spPr/>
    </dgm:pt>
    <dgm:pt modelId="{2B16802F-FC32-46B9-BD2C-D3640AB38CEF}" type="pres">
      <dgm:prSet presAssocID="{3F63152C-156F-4926-883D-9A302BEF14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3CC74C-F987-4F7B-9035-9ADACF4EA8B0}" type="pres">
      <dgm:prSet presAssocID="{504ED0FB-2EE7-4AE1-A432-C9E84719E607}" presName="spacer" presStyleCnt="0"/>
      <dgm:spPr/>
    </dgm:pt>
    <dgm:pt modelId="{7F7D01F5-E293-4B13-9A15-2BBE3E8F313F}" type="pres">
      <dgm:prSet presAssocID="{93AFFED4-634E-4072-BCEC-671E4C7186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9BA107-A549-4B17-B443-39BD442780C4}" type="presOf" srcId="{916853CC-5156-4A33-8DC3-D4F661BD610A}" destId="{FA913624-2270-4AD8-B357-77C0D9154B75}" srcOrd="0" destOrd="0" presId="urn:microsoft.com/office/officeart/2005/8/layout/vList2"/>
    <dgm:cxn modelId="{AB8EB10A-7917-474B-AB75-9DB7BD79330E}" type="presOf" srcId="{773D0028-BA56-4761-B7DC-80A024BE7BC4}" destId="{FE6747C7-84DE-4473-BF77-CF770CD5D48D}" srcOrd="0" destOrd="0" presId="urn:microsoft.com/office/officeart/2005/8/layout/vList2"/>
    <dgm:cxn modelId="{2053242E-5BA0-4657-930B-412FA01F9953}" srcId="{F73D0ABC-579E-41C3-A246-4E927C0FE8CB}" destId="{773D0028-BA56-4761-B7DC-80A024BE7BC4}" srcOrd="0" destOrd="0" parTransId="{5C13C720-4D40-4548-B573-C8BB86A3E897}" sibTransId="{21661DA3-6A8E-45DD-A4F4-FA62F1B11831}"/>
    <dgm:cxn modelId="{A0B81D52-3E59-46EC-9CA0-D2DD986D0587}" srcId="{F73D0ABC-579E-41C3-A246-4E927C0FE8CB}" destId="{916853CC-5156-4A33-8DC3-D4F661BD610A}" srcOrd="1" destOrd="0" parTransId="{F5ED2513-3DD6-416E-B02F-47E848267695}" sibTransId="{11BF8BD8-4B0A-4F04-AB7B-F304C81C1C25}"/>
    <dgm:cxn modelId="{B9EFBC7C-4BDE-431E-88F3-B02AC3FA5D90}" srcId="{F73D0ABC-579E-41C3-A246-4E927C0FE8CB}" destId="{93AFFED4-634E-4072-BCEC-671E4C7186AF}" srcOrd="3" destOrd="0" parTransId="{D65142FA-99EF-4763-9B5F-0DB492838279}" sibTransId="{03FA91C5-2E90-4CDF-B738-ADF84C694D05}"/>
    <dgm:cxn modelId="{838FFB88-DD84-4551-B4DF-4FAACADF95D9}" type="presOf" srcId="{93AFFED4-634E-4072-BCEC-671E4C7186AF}" destId="{7F7D01F5-E293-4B13-9A15-2BBE3E8F313F}" srcOrd="0" destOrd="0" presId="urn:microsoft.com/office/officeart/2005/8/layout/vList2"/>
    <dgm:cxn modelId="{2489E1A2-E981-4CF1-8431-45D941C13BFA}" type="presOf" srcId="{F73D0ABC-579E-41C3-A246-4E927C0FE8CB}" destId="{C1E3B06A-AEB8-4F4C-8C89-7935F4005272}" srcOrd="0" destOrd="0" presId="urn:microsoft.com/office/officeart/2005/8/layout/vList2"/>
    <dgm:cxn modelId="{631C80A8-E33D-4817-8694-983181325590}" srcId="{F73D0ABC-579E-41C3-A246-4E927C0FE8CB}" destId="{3F63152C-156F-4926-883D-9A302BEF14E6}" srcOrd="2" destOrd="0" parTransId="{9F5DDA6F-6DAD-4A48-A1D5-D0226E6A4F6E}" sibTransId="{504ED0FB-2EE7-4AE1-A432-C9E84719E607}"/>
    <dgm:cxn modelId="{751388EC-D0D5-4A7F-97F7-3F784F96EBB2}" type="presOf" srcId="{3F63152C-156F-4926-883D-9A302BEF14E6}" destId="{2B16802F-FC32-46B9-BD2C-D3640AB38CEF}" srcOrd="0" destOrd="0" presId="urn:microsoft.com/office/officeart/2005/8/layout/vList2"/>
    <dgm:cxn modelId="{EE5D44E3-DABD-4478-B722-3554439B133E}" type="presParOf" srcId="{C1E3B06A-AEB8-4F4C-8C89-7935F4005272}" destId="{FE6747C7-84DE-4473-BF77-CF770CD5D48D}" srcOrd="0" destOrd="0" presId="urn:microsoft.com/office/officeart/2005/8/layout/vList2"/>
    <dgm:cxn modelId="{E2BB3479-2FB6-44E0-99AF-CFCC270D60AC}" type="presParOf" srcId="{C1E3B06A-AEB8-4F4C-8C89-7935F4005272}" destId="{FEB13BA9-CEA3-4870-9CB1-E6A888D52ADD}" srcOrd="1" destOrd="0" presId="urn:microsoft.com/office/officeart/2005/8/layout/vList2"/>
    <dgm:cxn modelId="{5CB3F22A-9C90-42EB-946E-B1E94A18DA04}" type="presParOf" srcId="{C1E3B06A-AEB8-4F4C-8C89-7935F4005272}" destId="{FA913624-2270-4AD8-B357-77C0D9154B75}" srcOrd="2" destOrd="0" presId="urn:microsoft.com/office/officeart/2005/8/layout/vList2"/>
    <dgm:cxn modelId="{B19A458B-2A8B-4A29-943F-6EB479B4E295}" type="presParOf" srcId="{C1E3B06A-AEB8-4F4C-8C89-7935F4005272}" destId="{7C352571-0E87-4516-919F-8A408F1CD071}" srcOrd="3" destOrd="0" presId="urn:microsoft.com/office/officeart/2005/8/layout/vList2"/>
    <dgm:cxn modelId="{FCF59569-3C1D-4236-AB83-88C2D9052B11}" type="presParOf" srcId="{C1E3B06A-AEB8-4F4C-8C89-7935F4005272}" destId="{2B16802F-FC32-46B9-BD2C-D3640AB38CEF}" srcOrd="4" destOrd="0" presId="urn:microsoft.com/office/officeart/2005/8/layout/vList2"/>
    <dgm:cxn modelId="{E60DCC9E-C513-4F37-BC25-07389814540B}" type="presParOf" srcId="{C1E3B06A-AEB8-4F4C-8C89-7935F4005272}" destId="{7C3CC74C-F987-4F7B-9035-9ADACF4EA8B0}" srcOrd="5" destOrd="0" presId="urn:microsoft.com/office/officeart/2005/8/layout/vList2"/>
    <dgm:cxn modelId="{D1A7A1B9-2223-4150-BBA3-35AAE355DFC9}" type="presParOf" srcId="{C1E3B06A-AEB8-4F4C-8C89-7935F4005272}" destId="{7F7D01F5-E293-4B13-9A15-2BBE3E8F31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EC3C71B-6EC8-4CBE-BC43-D9E30753B54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4A10AE4-5C3A-4377-86E9-411983637A45}">
      <dgm:prSet/>
      <dgm:spPr/>
      <dgm:t>
        <a:bodyPr/>
        <a:lstStyle/>
        <a:p>
          <a:r>
            <a:rPr lang="en-GB"/>
            <a:t>The cost of an OSPF route is the accumulated value from one router to the destination network.</a:t>
          </a:r>
          <a:endParaRPr lang="en-US"/>
        </a:p>
      </dgm:t>
    </dgm:pt>
    <dgm:pt modelId="{89E4E904-2B0C-4102-919C-A2D39DD5D941}" type="parTrans" cxnId="{6E52B803-290E-413F-B60B-A1BE95ACEF29}">
      <dgm:prSet/>
      <dgm:spPr/>
      <dgm:t>
        <a:bodyPr/>
        <a:lstStyle/>
        <a:p>
          <a:endParaRPr lang="en-US"/>
        </a:p>
      </dgm:t>
    </dgm:pt>
    <dgm:pt modelId="{719F3D80-FD46-498C-8416-7CDFF874D2FB}" type="sibTrans" cxnId="{6E52B803-290E-413F-B60B-A1BE95ACEF29}">
      <dgm:prSet/>
      <dgm:spPr/>
      <dgm:t>
        <a:bodyPr/>
        <a:lstStyle/>
        <a:p>
          <a:endParaRPr lang="en-US"/>
        </a:p>
      </dgm:t>
    </dgm:pt>
    <dgm:pt modelId="{B10692F3-E43E-467F-A4CF-3000219AD7B1}">
      <dgm:prSet/>
      <dgm:spPr/>
      <dgm:t>
        <a:bodyPr/>
        <a:lstStyle/>
        <a:p>
          <a:r>
            <a:rPr lang="en-GB"/>
            <a:t>For example, the cost to reach the R2 LAN 172.16.2.0/24 from R1 should be as follows:</a:t>
          </a:r>
          <a:endParaRPr lang="en-US"/>
        </a:p>
      </dgm:t>
    </dgm:pt>
    <dgm:pt modelId="{3C985EEB-4209-4BDF-AD1F-77A7052DE026}" type="parTrans" cxnId="{FCA6E56A-332E-49A1-9F62-32CC7DF218E5}">
      <dgm:prSet/>
      <dgm:spPr/>
      <dgm:t>
        <a:bodyPr/>
        <a:lstStyle/>
        <a:p>
          <a:endParaRPr lang="en-US"/>
        </a:p>
      </dgm:t>
    </dgm:pt>
    <dgm:pt modelId="{1A30324C-7563-4189-A580-D5690ED54028}" type="sibTrans" cxnId="{FCA6E56A-332E-49A1-9F62-32CC7DF218E5}">
      <dgm:prSet/>
      <dgm:spPr/>
      <dgm:t>
        <a:bodyPr/>
        <a:lstStyle/>
        <a:p>
          <a:endParaRPr lang="en-US"/>
        </a:p>
      </dgm:t>
    </dgm:pt>
    <dgm:pt modelId="{94E461D4-50E9-4FDE-BD3D-F14DED2D9079}">
      <dgm:prSet/>
      <dgm:spPr/>
      <dgm:t>
        <a:bodyPr/>
        <a:lstStyle/>
        <a:p>
          <a:r>
            <a:rPr lang="en-GB"/>
            <a:t>Serial link from R1 to R2 cost = 64</a:t>
          </a:r>
          <a:endParaRPr lang="en-US"/>
        </a:p>
      </dgm:t>
    </dgm:pt>
    <dgm:pt modelId="{A880D5DD-DF30-4F79-B487-AAA802EDE81C}" type="parTrans" cxnId="{A1DA8A10-A091-4FAC-A1AB-94230F6EB514}">
      <dgm:prSet/>
      <dgm:spPr/>
      <dgm:t>
        <a:bodyPr/>
        <a:lstStyle/>
        <a:p>
          <a:endParaRPr lang="en-US"/>
        </a:p>
      </dgm:t>
    </dgm:pt>
    <dgm:pt modelId="{21C67BB1-21DC-405B-8F3E-F49C7B4F48A4}" type="sibTrans" cxnId="{A1DA8A10-A091-4FAC-A1AB-94230F6EB514}">
      <dgm:prSet/>
      <dgm:spPr/>
      <dgm:t>
        <a:bodyPr/>
        <a:lstStyle/>
        <a:p>
          <a:endParaRPr lang="en-US"/>
        </a:p>
      </dgm:t>
    </dgm:pt>
    <dgm:pt modelId="{E658E48C-D74D-4FD7-B48B-DBADB062E846}">
      <dgm:prSet/>
      <dgm:spPr/>
      <dgm:t>
        <a:bodyPr/>
        <a:lstStyle/>
        <a:p>
          <a:r>
            <a:rPr lang="en-GB"/>
            <a:t>Gigabit Ethernet link on R2 cost = 1</a:t>
          </a:r>
          <a:endParaRPr lang="en-US"/>
        </a:p>
      </dgm:t>
    </dgm:pt>
    <dgm:pt modelId="{60EB47F3-5AB1-47FB-A439-76A5179FA2FD}" type="parTrans" cxnId="{CCE387C8-585A-462E-9A83-324DC67306F9}">
      <dgm:prSet/>
      <dgm:spPr/>
      <dgm:t>
        <a:bodyPr/>
        <a:lstStyle/>
        <a:p>
          <a:endParaRPr lang="en-US"/>
        </a:p>
      </dgm:t>
    </dgm:pt>
    <dgm:pt modelId="{E41CEEBF-4C87-42CE-BBDA-4B2B6E57D912}" type="sibTrans" cxnId="{CCE387C8-585A-462E-9A83-324DC67306F9}">
      <dgm:prSet/>
      <dgm:spPr/>
      <dgm:t>
        <a:bodyPr/>
        <a:lstStyle/>
        <a:p>
          <a:endParaRPr lang="en-US"/>
        </a:p>
      </dgm:t>
    </dgm:pt>
    <dgm:pt modelId="{83164B20-DD04-4F26-8CE6-B49B2B05A922}">
      <dgm:prSet/>
      <dgm:spPr/>
      <dgm:t>
        <a:bodyPr/>
        <a:lstStyle/>
        <a:p>
          <a:r>
            <a:rPr lang="en-GB"/>
            <a:t>Total cost to reach 172.16.2.0/24 = </a:t>
          </a:r>
          <a:r>
            <a:rPr lang="en-GB" b="1"/>
            <a:t>65</a:t>
          </a:r>
          <a:endParaRPr lang="en-US"/>
        </a:p>
      </dgm:t>
    </dgm:pt>
    <dgm:pt modelId="{48C17F23-4F13-4784-860C-03F7AF6FEC88}" type="parTrans" cxnId="{C3F510A8-1555-46FB-B4B0-A9F090C1A8F9}">
      <dgm:prSet/>
      <dgm:spPr/>
      <dgm:t>
        <a:bodyPr/>
        <a:lstStyle/>
        <a:p>
          <a:endParaRPr lang="en-US"/>
        </a:p>
      </dgm:t>
    </dgm:pt>
    <dgm:pt modelId="{69AC2EFF-4D6D-4258-B410-9346B772A94A}" type="sibTrans" cxnId="{C3F510A8-1555-46FB-B4B0-A9F090C1A8F9}">
      <dgm:prSet/>
      <dgm:spPr/>
      <dgm:t>
        <a:bodyPr/>
        <a:lstStyle/>
        <a:p>
          <a:endParaRPr lang="en-US"/>
        </a:p>
      </dgm:t>
    </dgm:pt>
    <dgm:pt modelId="{3FF334C0-D9EB-4CBB-8902-6EE35D625FFC}" type="pres">
      <dgm:prSet presAssocID="{6EC3C71B-6EC8-4CBE-BC43-D9E30753B544}" presName="vert0" presStyleCnt="0">
        <dgm:presLayoutVars>
          <dgm:dir/>
          <dgm:animOne val="branch"/>
          <dgm:animLvl val="lvl"/>
        </dgm:presLayoutVars>
      </dgm:prSet>
      <dgm:spPr/>
    </dgm:pt>
    <dgm:pt modelId="{E1BB609F-5859-423B-A1C2-C1D218481151}" type="pres">
      <dgm:prSet presAssocID="{F4A10AE4-5C3A-4377-86E9-411983637A45}" presName="thickLine" presStyleLbl="alignNode1" presStyleIdx="0" presStyleCnt="5"/>
      <dgm:spPr/>
    </dgm:pt>
    <dgm:pt modelId="{60836549-C180-44D4-9E17-48D1CF94FF4D}" type="pres">
      <dgm:prSet presAssocID="{F4A10AE4-5C3A-4377-86E9-411983637A45}" presName="horz1" presStyleCnt="0"/>
      <dgm:spPr/>
    </dgm:pt>
    <dgm:pt modelId="{DE6B1EC4-EB69-40BC-AE3A-9547C8CB12F9}" type="pres">
      <dgm:prSet presAssocID="{F4A10AE4-5C3A-4377-86E9-411983637A45}" presName="tx1" presStyleLbl="revTx" presStyleIdx="0" presStyleCnt="5"/>
      <dgm:spPr/>
    </dgm:pt>
    <dgm:pt modelId="{E5BF6FC8-9FB3-4C3D-9BC9-CCD1F7CEDFEF}" type="pres">
      <dgm:prSet presAssocID="{F4A10AE4-5C3A-4377-86E9-411983637A45}" presName="vert1" presStyleCnt="0"/>
      <dgm:spPr/>
    </dgm:pt>
    <dgm:pt modelId="{F1CCEC0E-98D9-4BA4-B3FE-6D73724623D5}" type="pres">
      <dgm:prSet presAssocID="{B10692F3-E43E-467F-A4CF-3000219AD7B1}" presName="thickLine" presStyleLbl="alignNode1" presStyleIdx="1" presStyleCnt="5"/>
      <dgm:spPr/>
    </dgm:pt>
    <dgm:pt modelId="{C4DEADEA-7B25-4C10-8D27-84B01DB451CE}" type="pres">
      <dgm:prSet presAssocID="{B10692F3-E43E-467F-A4CF-3000219AD7B1}" presName="horz1" presStyleCnt="0"/>
      <dgm:spPr/>
    </dgm:pt>
    <dgm:pt modelId="{3411023F-514A-4068-827D-631E781D6120}" type="pres">
      <dgm:prSet presAssocID="{B10692F3-E43E-467F-A4CF-3000219AD7B1}" presName="tx1" presStyleLbl="revTx" presStyleIdx="1" presStyleCnt="5"/>
      <dgm:spPr/>
    </dgm:pt>
    <dgm:pt modelId="{8DC83414-BAA4-4BC3-AF20-90D865D9B08A}" type="pres">
      <dgm:prSet presAssocID="{B10692F3-E43E-467F-A4CF-3000219AD7B1}" presName="vert1" presStyleCnt="0"/>
      <dgm:spPr/>
    </dgm:pt>
    <dgm:pt modelId="{6493719C-E47B-4453-9A25-C503C6C94EAE}" type="pres">
      <dgm:prSet presAssocID="{94E461D4-50E9-4FDE-BD3D-F14DED2D9079}" presName="thickLine" presStyleLbl="alignNode1" presStyleIdx="2" presStyleCnt="5"/>
      <dgm:spPr/>
    </dgm:pt>
    <dgm:pt modelId="{C63F3CE1-1F11-4C5C-AB29-9224BF00FE4D}" type="pres">
      <dgm:prSet presAssocID="{94E461D4-50E9-4FDE-BD3D-F14DED2D9079}" presName="horz1" presStyleCnt="0"/>
      <dgm:spPr/>
    </dgm:pt>
    <dgm:pt modelId="{C4F49E8E-DA8C-48C0-83BE-10EF7A73DC68}" type="pres">
      <dgm:prSet presAssocID="{94E461D4-50E9-4FDE-BD3D-F14DED2D9079}" presName="tx1" presStyleLbl="revTx" presStyleIdx="2" presStyleCnt="5"/>
      <dgm:spPr/>
    </dgm:pt>
    <dgm:pt modelId="{8210D251-35D4-47C2-B961-B5D009565157}" type="pres">
      <dgm:prSet presAssocID="{94E461D4-50E9-4FDE-BD3D-F14DED2D9079}" presName="vert1" presStyleCnt="0"/>
      <dgm:spPr/>
    </dgm:pt>
    <dgm:pt modelId="{A226C340-3B42-44C7-9CE6-7D2FE009AB28}" type="pres">
      <dgm:prSet presAssocID="{E658E48C-D74D-4FD7-B48B-DBADB062E846}" presName="thickLine" presStyleLbl="alignNode1" presStyleIdx="3" presStyleCnt="5"/>
      <dgm:spPr/>
    </dgm:pt>
    <dgm:pt modelId="{5EC53486-71D9-4A97-9731-5EE45A9272D1}" type="pres">
      <dgm:prSet presAssocID="{E658E48C-D74D-4FD7-B48B-DBADB062E846}" presName="horz1" presStyleCnt="0"/>
      <dgm:spPr/>
    </dgm:pt>
    <dgm:pt modelId="{4339DB9E-2486-4022-9100-427D54945771}" type="pres">
      <dgm:prSet presAssocID="{E658E48C-D74D-4FD7-B48B-DBADB062E846}" presName="tx1" presStyleLbl="revTx" presStyleIdx="3" presStyleCnt="5"/>
      <dgm:spPr/>
    </dgm:pt>
    <dgm:pt modelId="{D3A5652B-C2F4-47AA-B80F-09D82F60AC32}" type="pres">
      <dgm:prSet presAssocID="{E658E48C-D74D-4FD7-B48B-DBADB062E846}" presName="vert1" presStyleCnt="0"/>
      <dgm:spPr/>
    </dgm:pt>
    <dgm:pt modelId="{A4ADD794-5078-4F0D-8258-0F886FB56A5F}" type="pres">
      <dgm:prSet presAssocID="{83164B20-DD04-4F26-8CE6-B49B2B05A922}" presName="thickLine" presStyleLbl="alignNode1" presStyleIdx="4" presStyleCnt="5"/>
      <dgm:spPr/>
    </dgm:pt>
    <dgm:pt modelId="{695AF80E-1E2F-484E-82DB-2B3C7C6BAE3B}" type="pres">
      <dgm:prSet presAssocID="{83164B20-DD04-4F26-8CE6-B49B2B05A922}" presName="horz1" presStyleCnt="0"/>
      <dgm:spPr/>
    </dgm:pt>
    <dgm:pt modelId="{AA3E5DD4-2661-4000-BD29-3C1257E1179C}" type="pres">
      <dgm:prSet presAssocID="{83164B20-DD04-4F26-8CE6-B49B2B05A922}" presName="tx1" presStyleLbl="revTx" presStyleIdx="4" presStyleCnt="5"/>
      <dgm:spPr/>
    </dgm:pt>
    <dgm:pt modelId="{E5F4B820-8BF5-4F6E-B6F4-E5F6C259A5DB}" type="pres">
      <dgm:prSet presAssocID="{83164B20-DD04-4F26-8CE6-B49B2B05A922}" presName="vert1" presStyleCnt="0"/>
      <dgm:spPr/>
    </dgm:pt>
  </dgm:ptLst>
  <dgm:cxnLst>
    <dgm:cxn modelId="{0B58C300-55F5-4C21-85D2-47E38367DE66}" type="presOf" srcId="{94E461D4-50E9-4FDE-BD3D-F14DED2D9079}" destId="{C4F49E8E-DA8C-48C0-83BE-10EF7A73DC68}" srcOrd="0" destOrd="0" presId="urn:microsoft.com/office/officeart/2008/layout/LinedList"/>
    <dgm:cxn modelId="{6E52B803-290E-413F-B60B-A1BE95ACEF29}" srcId="{6EC3C71B-6EC8-4CBE-BC43-D9E30753B544}" destId="{F4A10AE4-5C3A-4377-86E9-411983637A45}" srcOrd="0" destOrd="0" parTransId="{89E4E904-2B0C-4102-919C-A2D39DD5D941}" sibTransId="{719F3D80-FD46-498C-8416-7CDFF874D2FB}"/>
    <dgm:cxn modelId="{A1DA8A10-A091-4FAC-A1AB-94230F6EB514}" srcId="{6EC3C71B-6EC8-4CBE-BC43-D9E30753B544}" destId="{94E461D4-50E9-4FDE-BD3D-F14DED2D9079}" srcOrd="2" destOrd="0" parTransId="{A880D5DD-DF30-4F79-B487-AAA802EDE81C}" sibTransId="{21C67BB1-21DC-405B-8F3E-F49C7B4F48A4}"/>
    <dgm:cxn modelId="{E430313F-784B-4EB8-B808-D8DCC709A3BD}" type="presOf" srcId="{F4A10AE4-5C3A-4377-86E9-411983637A45}" destId="{DE6B1EC4-EB69-40BC-AE3A-9547C8CB12F9}" srcOrd="0" destOrd="0" presId="urn:microsoft.com/office/officeart/2008/layout/LinedList"/>
    <dgm:cxn modelId="{FCA6E56A-332E-49A1-9F62-32CC7DF218E5}" srcId="{6EC3C71B-6EC8-4CBE-BC43-D9E30753B544}" destId="{B10692F3-E43E-467F-A4CF-3000219AD7B1}" srcOrd="1" destOrd="0" parTransId="{3C985EEB-4209-4BDF-AD1F-77A7052DE026}" sibTransId="{1A30324C-7563-4189-A580-D5690ED54028}"/>
    <dgm:cxn modelId="{2DE1A953-D3A1-454F-AA81-48B1DA068BDA}" type="presOf" srcId="{E658E48C-D74D-4FD7-B48B-DBADB062E846}" destId="{4339DB9E-2486-4022-9100-427D54945771}" srcOrd="0" destOrd="0" presId="urn:microsoft.com/office/officeart/2008/layout/LinedList"/>
    <dgm:cxn modelId="{96B89685-B8A6-47E9-B910-2962F23418D9}" type="presOf" srcId="{B10692F3-E43E-467F-A4CF-3000219AD7B1}" destId="{3411023F-514A-4068-827D-631E781D6120}" srcOrd="0" destOrd="0" presId="urn:microsoft.com/office/officeart/2008/layout/LinedList"/>
    <dgm:cxn modelId="{A6723490-DBE3-4D65-BFFB-87136437F57E}" type="presOf" srcId="{6EC3C71B-6EC8-4CBE-BC43-D9E30753B544}" destId="{3FF334C0-D9EB-4CBB-8902-6EE35D625FFC}" srcOrd="0" destOrd="0" presId="urn:microsoft.com/office/officeart/2008/layout/LinedList"/>
    <dgm:cxn modelId="{38AF9190-FE7F-4A5D-B8A3-CF170951B0E9}" type="presOf" srcId="{83164B20-DD04-4F26-8CE6-B49B2B05A922}" destId="{AA3E5DD4-2661-4000-BD29-3C1257E1179C}" srcOrd="0" destOrd="0" presId="urn:microsoft.com/office/officeart/2008/layout/LinedList"/>
    <dgm:cxn modelId="{C3F510A8-1555-46FB-B4B0-A9F090C1A8F9}" srcId="{6EC3C71B-6EC8-4CBE-BC43-D9E30753B544}" destId="{83164B20-DD04-4F26-8CE6-B49B2B05A922}" srcOrd="4" destOrd="0" parTransId="{48C17F23-4F13-4784-860C-03F7AF6FEC88}" sibTransId="{69AC2EFF-4D6D-4258-B410-9346B772A94A}"/>
    <dgm:cxn modelId="{CCE387C8-585A-462E-9A83-324DC67306F9}" srcId="{6EC3C71B-6EC8-4CBE-BC43-D9E30753B544}" destId="{E658E48C-D74D-4FD7-B48B-DBADB062E846}" srcOrd="3" destOrd="0" parTransId="{60EB47F3-5AB1-47FB-A439-76A5179FA2FD}" sibTransId="{E41CEEBF-4C87-42CE-BBDA-4B2B6E57D912}"/>
    <dgm:cxn modelId="{6C8142D4-BD36-4215-B9CB-7BB1EC45A257}" type="presParOf" srcId="{3FF334C0-D9EB-4CBB-8902-6EE35D625FFC}" destId="{E1BB609F-5859-423B-A1C2-C1D218481151}" srcOrd="0" destOrd="0" presId="urn:microsoft.com/office/officeart/2008/layout/LinedList"/>
    <dgm:cxn modelId="{7BACEE1A-F513-4EAC-83C2-65A2811B9DDF}" type="presParOf" srcId="{3FF334C0-D9EB-4CBB-8902-6EE35D625FFC}" destId="{60836549-C180-44D4-9E17-48D1CF94FF4D}" srcOrd="1" destOrd="0" presId="urn:microsoft.com/office/officeart/2008/layout/LinedList"/>
    <dgm:cxn modelId="{4DCD3F5E-681D-4B17-9B90-A8B71CA25F10}" type="presParOf" srcId="{60836549-C180-44D4-9E17-48D1CF94FF4D}" destId="{DE6B1EC4-EB69-40BC-AE3A-9547C8CB12F9}" srcOrd="0" destOrd="0" presId="urn:microsoft.com/office/officeart/2008/layout/LinedList"/>
    <dgm:cxn modelId="{FA365397-F5B3-4B6E-B158-D4942B9B2DDB}" type="presParOf" srcId="{60836549-C180-44D4-9E17-48D1CF94FF4D}" destId="{E5BF6FC8-9FB3-4C3D-9BC9-CCD1F7CEDFEF}" srcOrd="1" destOrd="0" presId="urn:microsoft.com/office/officeart/2008/layout/LinedList"/>
    <dgm:cxn modelId="{BC636D50-40EE-4D8D-BB1C-116F043DC19F}" type="presParOf" srcId="{3FF334C0-D9EB-4CBB-8902-6EE35D625FFC}" destId="{F1CCEC0E-98D9-4BA4-B3FE-6D73724623D5}" srcOrd="2" destOrd="0" presId="urn:microsoft.com/office/officeart/2008/layout/LinedList"/>
    <dgm:cxn modelId="{5140E54E-8C4A-4096-A865-4E637C018AD8}" type="presParOf" srcId="{3FF334C0-D9EB-4CBB-8902-6EE35D625FFC}" destId="{C4DEADEA-7B25-4C10-8D27-84B01DB451CE}" srcOrd="3" destOrd="0" presId="urn:microsoft.com/office/officeart/2008/layout/LinedList"/>
    <dgm:cxn modelId="{B36DC9E1-C042-4F93-90D4-9D1AD62FB671}" type="presParOf" srcId="{C4DEADEA-7B25-4C10-8D27-84B01DB451CE}" destId="{3411023F-514A-4068-827D-631E781D6120}" srcOrd="0" destOrd="0" presId="urn:microsoft.com/office/officeart/2008/layout/LinedList"/>
    <dgm:cxn modelId="{117579C5-6662-4C44-962D-B143FB144A09}" type="presParOf" srcId="{C4DEADEA-7B25-4C10-8D27-84B01DB451CE}" destId="{8DC83414-BAA4-4BC3-AF20-90D865D9B08A}" srcOrd="1" destOrd="0" presId="urn:microsoft.com/office/officeart/2008/layout/LinedList"/>
    <dgm:cxn modelId="{F5706210-8C73-4E20-BF8B-C7AB88440174}" type="presParOf" srcId="{3FF334C0-D9EB-4CBB-8902-6EE35D625FFC}" destId="{6493719C-E47B-4453-9A25-C503C6C94EAE}" srcOrd="4" destOrd="0" presId="urn:microsoft.com/office/officeart/2008/layout/LinedList"/>
    <dgm:cxn modelId="{EE9E6A80-CE8E-403D-9FF4-B78A86E07BAB}" type="presParOf" srcId="{3FF334C0-D9EB-4CBB-8902-6EE35D625FFC}" destId="{C63F3CE1-1F11-4C5C-AB29-9224BF00FE4D}" srcOrd="5" destOrd="0" presId="urn:microsoft.com/office/officeart/2008/layout/LinedList"/>
    <dgm:cxn modelId="{B999B539-9303-46BA-858C-470F9997481B}" type="presParOf" srcId="{C63F3CE1-1F11-4C5C-AB29-9224BF00FE4D}" destId="{C4F49E8E-DA8C-48C0-83BE-10EF7A73DC68}" srcOrd="0" destOrd="0" presId="urn:microsoft.com/office/officeart/2008/layout/LinedList"/>
    <dgm:cxn modelId="{3B9B2257-33AA-4F70-8210-884AC3476B1E}" type="presParOf" srcId="{C63F3CE1-1F11-4C5C-AB29-9224BF00FE4D}" destId="{8210D251-35D4-47C2-B961-B5D009565157}" srcOrd="1" destOrd="0" presId="urn:microsoft.com/office/officeart/2008/layout/LinedList"/>
    <dgm:cxn modelId="{2EADCD40-06C2-41FF-BB62-6D245092DC0F}" type="presParOf" srcId="{3FF334C0-D9EB-4CBB-8902-6EE35D625FFC}" destId="{A226C340-3B42-44C7-9CE6-7D2FE009AB28}" srcOrd="6" destOrd="0" presId="urn:microsoft.com/office/officeart/2008/layout/LinedList"/>
    <dgm:cxn modelId="{5531E659-8A67-4D6B-8976-2406953E9F76}" type="presParOf" srcId="{3FF334C0-D9EB-4CBB-8902-6EE35D625FFC}" destId="{5EC53486-71D9-4A97-9731-5EE45A9272D1}" srcOrd="7" destOrd="0" presId="urn:microsoft.com/office/officeart/2008/layout/LinedList"/>
    <dgm:cxn modelId="{53D4F41B-540B-4988-A52C-0782C08ACCFA}" type="presParOf" srcId="{5EC53486-71D9-4A97-9731-5EE45A9272D1}" destId="{4339DB9E-2486-4022-9100-427D54945771}" srcOrd="0" destOrd="0" presId="urn:microsoft.com/office/officeart/2008/layout/LinedList"/>
    <dgm:cxn modelId="{1B44232A-D9BA-43E8-BCA4-1C9CE46353C5}" type="presParOf" srcId="{5EC53486-71D9-4A97-9731-5EE45A9272D1}" destId="{D3A5652B-C2F4-47AA-B80F-09D82F60AC32}" srcOrd="1" destOrd="0" presId="urn:microsoft.com/office/officeart/2008/layout/LinedList"/>
    <dgm:cxn modelId="{6ABE4331-390D-4C59-B207-822270606D43}" type="presParOf" srcId="{3FF334C0-D9EB-4CBB-8902-6EE35D625FFC}" destId="{A4ADD794-5078-4F0D-8258-0F886FB56A5F}" srcOrd="8" destOrd="0" presId="urn:microsoft.com/office/officeart/2008/layout/LinedList"/>
    <dgm:cxn modelId="{0BF10453-A49A-4556-AE3E-6E0D49C7568F}" type="presParOf" srcId="{3FF334C0-D9EB-4CBB-8902-6EE35D625FFC}" destId="{695AF80E-1E2F-484E-82DB-2B3C7C6BAE3B}" srcOrd="9" destOrd="0" presId="urn:microsoft.com/office/officeart/2008/layout/LinedList"/>
    <dgm:cxn modelId="{60BC57A2-71B4-46B9-8325-FC8BD343E4EC}" type="presParOf" srcId="{695AF80E-1E2F-484E-82DB-2B3C7C6BAE3B}" destId="{AA3E5DD4-2661-4000-BD29-3C1257E1179C}" srcOrd="0" destOrd="0" presId="urn:microsoft.com/office/officeart/2008/layout/LinedList"/>
    <dgm:cxn modelId="{332FEA21-4E09-4849-BD44-660DD6E5A393}" type="presParOf" srcId="{695AF80E-1E2F-484E-82DB-2B3C7C6BAE3B}" destId="{E5F4B820-8BF5-4F6E-B6F4-E5F6C259A5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78E03F1-79EF-4F60-890C-59F70F2CE51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0E5C65-348B-4181-9E2B-5BAF44ED5948}">
      <dgm:prSet/>
      <dgm:spPr/>
      <dgm:t>
        <a:bodyPr/>
        <a:lstStyle/>
        <a:p>
          <a:r>
            <a:rPr lang="en-GB"/>
            <a:t>Use the</a:t>
          </a:r>
          <a:r>
            <a:rPr lang="en-GB" b="1"/>
            <a:t> passive-interface </a:t>
          </a:r>
          <a:r>
            <a:rPr lang="en-GB"/>
            <a:t>router configuration mode command to prevent the transmission of routing messages through a router interface, but still allow that network to be advertised to other routers.</a:t>
          </a:r>
          <a:endParaRPr lang="en-US"/>
        </a:p>
      </dgm:t>
    </dgm:pt>
    <dgm:pt modelId="{9CB8EA59-3804-44A5-AFA9-705194802F59}" type="parTrans" cxnId="{33D224F6-5F70-417C-A7E4-A58E96B8DAFD}">
      <dgm:prSet/>
      <dgm:spPr/>
      <dgm:t>
        <a:bodyPr/>
        <a:lstStyle/>
        <a:p>
          <a:endParaRPr lang="en-US"/>
        </a:p>
      </dgm:t>
    </dgm:pt>
    <dgm:pt modelId="{42419115-89A8-4896-AA10-067420D00CAF}" type="sibTrans" cxnId="{33D224F6-5F70-417C-A7E4-A58E96B8DAFD}">
      <dgm:prSet/>
      <dgm:spPr/>
      <dgm:t>
        <a:bodyPr/>
        <a:lstStyle/>
        <a:p>
          <a:endParaRPr lang="en-US"/>
        </a:p>
      </dgm:t>
    </dgm:pt>
    <dgm:pt modelId="{979BA090-56FE-4885-81F2-D53F3BEF8B8F}">
      <dgm:prSet/>
      <dgm:spPr/>
      <dgm:t>
        <a:bodyPr/>
        <a:lstStyle/>
        <a:p>
          <a:r>
            <a:rPr lang="en-GB"/>
            <a:t>Specifically, the command stops routing messages from being sent out the specified interface. </a:t>
          </a:r>
          <a:endParaRPr lang="en-US"/>
        </a:p>
      </dgm:t>
    </dgm:pt>
    <dgm:pt modelId="{51745EE9-13DD-4D08-8775-B6FA22E8848A}" type="parTrans" cxnId="{1A089089-05DF-423A-B28F-0E26EAD9A2B7}">
      <dgm:prSet/>
      <dgm:spPr/>
      <dgm:t>
        <a:bodyPr/>
        <a:lstStyle/>
        <a:p>
          <a:endParaRPr lang="en-US"/>
        </a:p>
      </dgm:t>
    </dgm:pt>
    <dgm:pt modelId="{117BFDC4-9D14-433C-BCAB-738141BF862D}" type="sibTrans" cxnId="{1A089089-05DF-423A-B28F-0E26EAD9A2B7}">
      <dgm:prSet/>
      <dgm:spPr/>
      <dgm:t>
        <a:bodyPr/>
        <a:lstStyle/>
        <a:p>
          <a:endParaRPr lang="en-US"/>
        </a:p>
      </dgm:t>
    </dgm:pt>
    <dgm:pt modelId="{EDBF4EB3-0F57-48E8-9AEE-7F2DF251D218}">
      <dgm:prSet/>
      <dgm:spPr/>
      <dgm:t>
        <a:bodyPr/>
        <a:lstStyle/>
        <a:p>
          <a:r>
            <a:rPr lang="en-GB"/>
            <a:t>However, the network that the specified interface belongs to is still advertised in routing messages that are sent out other interfaces.</a:t>
          </a:r>
          <a:endParaRPr lang="en-US"/>
        </a:p>
      </dgm:t>
    </dgm:pt>
    <dgm:pt modelId="{692882D7-1334-43F2-87FD-B080AD14961B}" type="parTrans" cxnId="{C17C579F-C75E-4147-AB43-5651DB67815C}">
      <dgm:prSet/>
      <dgm:spPr/>
      <dgm:t>
        <a:bodyPr/>
        <a:lstStyle/>
        <a:p>
          <a:endParaRPr lang="en-US"/>
        </a:p>
      </dgm:t>
    </dgm:pt>
    <dgm:pt modelId="{A4BDA812-C7D0-4973-B279-A676826EEF55}" type="sibTrans" cxnId="{C17C579F-C75E-4147-AB43-5651DB67815C}">
      <dgm:prSet/>
      <dgm:spPr/>
      <dgm:t>
        <a:bodyPr/>
        <a:lstStyle/>
        <a:p>
          <a:endParaRPr lang="en-US"/>
        </a:p>
      </dgm:t>
    </dgm:pt>
    <dgm:pt modelId="{94B28E23-300F-485F-B3B2-CD33679974FC}" type="pres">
      <dgm:prSet presAssocID="{A78E03F1-79EF-4F60-890C-59F70F2CE512}" presName="vert0" presStyleCnt="0">
        <dgm:presLayoutVars>
          <dgm:dir/>
          <dgm:animOne val="branch"/>
          <dgm:animLvl val="lvl"/>
        </dgm:presLayoutVars>
      </dgm:prSet>
      <dgm:spPr/>
    </dgm:pt>
    <dgm:pt modelId="{75BDB0BB-DC9D-46F9-9187-04D827AADEF7}" type="pres">
      <dgm:prSet presAssocID="{180E5C65-348B-4181-9E2B-5BAF44ED5948}" presName="thickLine" presStyleLbl="alignNode1" presStyleIdx="0" presStyleCnt="3"/>
      <dgm:spPr/>
    </dgm:pt>
    <dgm:pt modelId="{9039E0D7-8984-47D8-839C-B56596B7CF3D}" type="pres">
      <dgm:prSet presAssocID="{180E5C65-348B-4181-9E2B-5BAF44ED5948}" presName="horz1" presStyleCnt="0"/>
      <dgm:spPr/>
    </dgm:pt>
    <dgm:pt modelId="{3DA7D61A-9928-47C0-8DA7-6C51F21A59F3}" type="pres">
      <dgm:prSet presAssocID="{180E5C65-348B-4181-9E2B-5BAF44ED5948}" presName="tx1" presStyleLbl="revTx" presStyleIdx="0" presStyleCnt="3"/>
      <dgm:spPr/>
    </dgm:pt>
    <dgm:pt modelId="{24D80AF4-A735-42FC-BEDD-18D476B9C809}" type="pres">
      <dgm:prSet presAssocID="{180E5C65-348B-4181-9E2B-5BAF44ED5948}" presName="vert1" presStyleCnt="0"/>
      <dgm:spPr/>
    </dgm:pt>
    <dgm:pt modelId="{38558752-0D31-4EB0-9041-5C480C26AE97}" type="pres">
      <dgm:prSet presAssocID="{979BA090-56FE-4885-81F2-D53F3BEF8B8F}" presName="thickLine" presStyleLbl="alignNode1" presStyleIdx="1" presStyleCnt="3"/>
      <dgm:spPr/>
    </dgm:pt>
    <dgm:pt modelId="{4513FE35-9078-44DD-9ACC-D7811E863BF7}" type="pres">
      <dgm:prSet presAssocID="{979BA090-56FE-4885-81F2-D53F3BEF8B8F}" presName="horz1" presStyleCnt="0"/>
      <dgm:spPr/>
    </dgm:pt>
    <dgm:pt modelId="{783317E4-76AD-42F5-87B3-83E4FF40FF28}" type="pres">
      <dgm:prSet presAssocID="{979BA090-56FE-4885-81F2-D53F3BEF8B8F}" presName="tx1" presStyleLbl="revTx" presStyleIdx="1" presStyleCnt="3"/>
      <dgm:spPr/>
    </dgm:pt>
    <dgm:pt modelId="{D969C5C2-A3D2-4FD6-B31D-01AC413036C1}" type="pres">
      <dgm:prSet presAssocID="{979BA090-56FE-4885-81F2-D53F3BEF8B8F}" presName="vert1" presStyleCnt="0"/>
      <dgm:spPr/>
    </dgm:pt>
    <dgm:pt modelId="{F2B4AADF-8C86-4A78-AF60-D5C96DB2B08E}" type="pres">
      <dgm:prSet presAssocID="{EDBF4EB3-0F57-48E8-9AEE-7F2DF251D218}" presName="thickLine" presStyleLbl="alignNode1" presStyleIdx="2" presStyleCnt="3"/>
      <dgm:spPr/>
    </dgm:pt>
    <dgm:pt modelId="{96D7EDE8-E24D-4403-8BCC-9263E019F6AA}" type="pres">
      <dgm:prSet presAssocID="{EDBF4EB3-0F57-48E8-9AEE-7F2DF251D218}" presName="horz1" presStyleCnt="0"/>
      <dgm:spPr/>
    </dgm:pt>
    <dgm:pt modelId="{406594AE-68A8-423A-8340-D44079667BA1}" type="pres">
      <dgm:prSet presAssocID="{EDBF4EB3-0F57-48E8-9AEE-7F2DF251D218}" presName="tx1" presStyleLbl="revTx" presStyleIdx="2" presStyleCnt="3"/>
      <dgm:spPr/>
    </dgm:pt>
    <dgm:pt modelId="{C730FEDB-6E3F-4E13-9426-BED435E7383C}" type="pres">
      <dgm:prSet presAssocID="{EDBF4EB3-0F57-48E8-9AEE-7F2DF251D218}" presName="vert1" presStyleCnt="0"/>
      <dgm:spPr/>
    </dgm:pt>
  </dgm:ptLst>
  <dgm:cxnLst>
    <dgm:cxn modelId="{3602F115-8131-47CF-9C5F-1F735E519186}" type="presOf" srcId="{180E5C65-348B-4181-9E2B-5BAF44ED5948}" destId="{3DA7D61A-9928-47C0-8DA7-6C51F21A59F3}" srcOrd="0" destOrd="0" presId="urn:microsoft.com/office/officeart/2008/layout/LinedList"/>
    <dgm:cxn modelId="{D4CFAB52-7539-4EA0-B0E9-BFF6757CE3E7}" type="presOf" srcId="{979BA090-56FE-4885-81F2-D53F3BEF8B8F}" destId="{783317E4-76AD-42F5-87B3-83E4FF40FF28}" srcOrd="0" destOrd="0" presId="urn:microsoft.com/office/officeart/2008/layout/LinedList"/>
    <dgm:cxn modelId="{1A089089-05DF-423A-B28F-0E26EAD9A2B7}" srcId="{A78E03F1-79EF-4F60-890C-59F70F2CE512}" destId="{979BA090-56FE-4885-81F2-D53F3BEF8B8F}" srcOrd="1" destOrd="0" parTransId="{51745EE9-13DD-4D08-8775-B6FA22E8848A}" sibTransId="{117BFDC4-9D14-433C-BCAB-738141BF862D}"/>
    <dgm:cxn modelId="{C17C579F-C75E-4147-AB43-5651DB67815C}" srcId="{A78E03F1-79EF-4F60-890C-59F70F2CE512}" destId="{EDBF4EB3-0F57-48E8-9AEE-7F2DF251D218}" srcOrd="2" destOrd="0" parTransId="{692882D7-1334-43F2-87FD-B080AD14961B}" sibTransId="{A4BDA812-C7D0-4973-B279-A676826EEF55}"/>
    <dgm:cxn modelId="{96B283AE-B6C8-4006-9B43-1E46455DD1BD}" type="presOf" srcId="{A78E03F1-79EF-4F60-890C-59F70F2CE512}" destId="{94B28E23-300F-485F-B3B2-CD33679974FC}" srcOrd="0" destOrd="0" presId="urn:microsoft.com/office/officeart/2008/layout/LinedList"/>
    <dgm:cxn modelId="{BDEF54B2-124C-43BE-A68B-7394AF165D9F}" type="presOf" srcId="{EDBF4EB3-0F57-48E8-9AEE-7F2DF251D218}" destId="{406594AE-68A8-423A-8340-D44079667BA1}" srcOrd="0" destOrd="0" presId="urn:microsoft.com/office/officeart/2008/layout/LinedList"/>
    <dgm:cxn modelId="{33D224F6-5F70-417C-A7E4-A58E96B8DAFD}" srcId="{A78E03F1-79EF-4F60-890C-59F70F2CE512}" destId="{180E5C65-348B-4181-9E2B-5BAF44ED5948}" srcOrd="0" destOrd="0" parTransId="{9CB8EA59-3804-44A5-AFA9-705194802F59}" sibTransId="{42419115-89A8-4896-AA10-067420D00CAF}"/>
    <dgm:cxn modelId="{5259740C-E2FA-4191-ABAB-828C382DDF06}" type="presParOf" srcId="{94B28E23-300F-485F-B3B2-CD33679974FC}" destId="{75BDB0BB-DC9D-46F9-9187-04D827AADEF7}" srcOrd="0" destOrd="0" presId="urn:microsoft.com/office/officeart/2008/layout/LinedList"/>
    <dgm:cxn modelId="{77697940-5356-4493-A676-F4E11C0E5A0C}" type="presParOf" srcId="{94B28E23-300F-485F-B3B2-CD33679974FC}" destId="{9039E0D7-8984-47D8-839C-B56596B7CF3D}" srcOrd="1" destOrd="0" presId="urn:microsoft.com/office/officeart/2008/layout/LinedList"/>
    <dgm:cxn modelId="{48E93C15-C1D4-4585-8EAF-28284E8D9E6D}" type="presParOf" srcId="{9039E0D7-8984-47D8-839C-B56596B7CF3D}" destId="{3DA7D61A-9928-47C0-8DA7-6C51F21A59F3}" srcOrd="0" destOrd="0" presId="urn:microsoft.com/office/officeart/2008/layout/LinedList"/>
    <dgm:cxn modelId="{09FBB50A-DD81-46BA-A921-0433BC22EF43}" type="presParOf" srcId="{9039E0D7-8984-47D8-839C-B56596B7CF3D}" destId="{24D80AF4-A735-42FC-BEDD-18D476B9C809}" srcOrd="1" destOrd="0" presId="urn:microsoft.com/office/officeart/2008/layout/LinedList"/>
    <dgm:cxn modelId="{16EADF9F-7CE1-4B9A-BA0D-751658A28DFE}" type="presParOf" srcId="{94B28E23-300F-485F-B3B2-CD33679974FC}" destId="{38558752-0D31-4EB0-9041-5C480C26AE97}" srcOrd="2" destOrd="0" presId="urn:microsoft.com/office/officeart/2008/layout/LinedList"/>
    <dgm:cxn modelId="{462C0642-0F9D-4D7A-B9CA-8D1028580AD8}" type="presParOf" srcId="{94B28E23-300F-485F-B3B2-CD33679974FC}" destId="{4513FE35-9078-44DD-9ACC-D7811E863BF7}" srcOrd="3" destOrd="0" presId="urn:microsoft.com/office/officeart/2008/layout/LinedList"/>
    <dgm:cxn modelId="{0E7ACC26-D779-43B8-BA88-D527DC487B1E}" type="presParOf" srcId="{4513FE35-9078-44DD-9ACC-D7811E863BF7}" destId="{783317E4-76AD-42F5-87B3-83E4FF40FF28}" srcOrd="0" destOrd="0" presId="urn:microsoft.com/office/officeart/2008/layout/LinedList"/>
    <dgm:cxn modelId="{735D0C64-5529-4E86-B413-77F6621C966F}" type="presParOf" srcId="{4513FE35-9078-44DD-9ACC-D7811E863BF7}" destId="{D969C5C2-A3D2-4FD6-B31D-01AC413036C1}" srcOrd="1" destOrd="0" presId="urn:microsoft.com/office/officeart/2008/layout/LinedList"/>
    <dgm:cxn modelId="{84E6DFDA-5F2E-4FD0-AACF-D0F7FF6AD0A2}" type="presParOf" srcId="{94B28E23-300F-485F-B3B2-CD33679974FC}" destId="{F2B4AADF-8C86-4A78-AF60-D5C96DB2B08E}" srcOrd="4" destOrd="0" presId="urn:microsoft.com/office/officeart/2008/layout/LinedList"/>
    <dgm:cxn modelId="{C1DCD5D1-189A-4E68-B37F-9814B04036A1}" type="presParOf" srcId="{94B28E23-300F-485F-B3B2-CD33679974FC}" destId="{96D7EDE8-E24D-4403-8BCC-9263E019F6AA}" srcOrd="5" destOrd="0" presId="urn:microsoft.com/office/officeart/2008/layout/LinedList"/>
    <dgm:cxn modelId="{DE5E7EB2-E952-414D-8E19-307523B6BF26}" type="presParOf" srcId="{96D7EDE8-E24D-4403-8BCC-9263E019F6AA}" destId="{406594AE-68A8-423A-8340-D44079667BA1}" srcOrd="0" destOrd="0" presId="urn:microsoft.com/office/officeart/2008/layout/LinedList"/>
    <dgm:cxn modelId="{585F6996-0B8D-49A9-AAA9-8D803B28B547}" type="presParOf" srcId="{96D7EDE8-E24D-4403-8BCC-9263E019F6AA}" destId="{C730FEDB-6E3F-4E13-9426-BED435E738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EB555E7-D3D4-47CD-A283-28C28E63679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7689250-9094-42DD-AF67-DBA584268B2E}">
      <dgm:prSet/>
      <dgm:spPr/>
      <dgm:t>
        <a:bodyPr/>
        <a:lstStyle/>
        <a:p>
          <a:r>
            <a:rPr lang="en-IE" b="1"/>
            <a:t>Inefficient Use of Bandwidth</a:t>
          </a:r>
          <a:endParaRPr lang="en-US"/>
        </a:p>
      </dgm:t>
    </dgm:pt>
    <dgm:pt modelId="{C5285411-FC8E-425A-B36F-9AD0C06D1F4D}" type="parTrans" cxnId="{1727AA7D-0187-4359-8484-6E4D296398AC}">
      <dgm:prSet/>
      <dgm:spPr/>
      <dgm:t>
        <a:bodyPr/>
        <a:lstStyle/>
        <a:p>
          <a:endParaRPr lang="en-US"/>
        </a:p>
      </dgm:t>
    </dgm:pt>
    <dgm:pt modelId="{42439694-B1AA-498A-820B-B8B6642F3BA3}" type="sibTrans" cxnId="{1727AA7D-0187-4359-8484-6E4D296398AC}">
      <dgm:prSet/>
      <dgm:spPr/>
      <dgm:t>
        <a:bodyPr/>
        <a:lstStyle/>
        <a:p>
          <a:endParaRPr lang="en-US"/>
        </a:p>
      </dgm:t>
    </dgm:pt>
    <dgm:pt modelId="{45A574B0-7A8E-4376-A295-BD722338B0BE}">
      <dgm:prSet/>
      <dgm:spPr/>
      <dgm:t>
        <a:bodyPr/>
        <a:lstStyle/>
        <a:p>
          <a:r>
            <a:rPr lang="en-IE"/>
            <a:t>Available bandwidth is consumed transporting unnecessary messages. </a:t>
          </a:r>
          <a:endParaRPr lang="en-US"/>
        </a:p>
      </dgm:t>
    </dgm:pt>
    <dgm:pt modelId="{62BD3396-9978-49BB-9E32-2075C385A588}" type="parTrans" cxnId="{4142F291-7D68-4D12-B8FE-82A69BC096E4}">
      <dgm:prSet/>
      <dgm:spPr/>
      <dgm:t>
        <a:bodyPr/>
        <a:lstStyle/>
        <a:p>
          <a:endParaRPr lang="en-US"/>
        </a:p>
      </dgm:t>
    </dgm:pt>
    <dgm:pt modelId="{3AE4F3B2-CE7C-4CCE-BE2E-4A8D90B6248D}" type="sibTrans" cxnId="{4142F291-7D68-4D12-B8FE-82A69BC096E4}">
      <dgm:prSet/>
      <dgm:spPr/>
      <dgm:t>
        <a:bodyPr/>
        <a:lstStyle/>
        <a:p>
          <a:endParaRPr lang="en-US"/>
        </a:p>
      </dgm:t>
    </dgm:pt>
    <dgm:pt modelId="{96ECDD12-A1F9-4301-8CA7-E202598B9AD8}">
      <dgm:prSet/>
      <dgm:spPr/>
      <dgm:t>
        <a:bodyPr/>
        <a:lstStyle/>
        <a:p>
          <a:r>
            <a:rPr lang="en-IE"/>
            <a:t>Messages are multicasted; therefore, switches are also forwarding the messages out all ports.</a:t>
          </a:r>
          <a:endParaRPr lang="en-US"/>
        </a:p>
      </dgm:t>
    </dgm:pt>
    <dgm:pt modelId="{3B0F3BAA-0C74-49F3-9ADF-305D74374DD0}" type="parTrans" cxnId="{7E747D76-BCEB-4E2A-B459-333D1BB49E5A}">
      <dgm:prSet/>
      <dgm:spPr/>
      <dgm:t>
        <a:bodyPr/>
        <a:lstStyle/>
        <a:p>
          <a:endParaRPr lang="en-US"/>
        </a:p>
      </dgm:t>
    </dgm:pt>
    <dgm:pt modelId="{B83995B9-5CC2-4689-B445-D7C9E9AB057A}" type="sibTrans" cxnId="{7E747D76-BCEB-4E2A-B459-333D1BB49E5A}">
      <dgm:prSet/>
      <dgm:spPr/>
      <dgm:t>
        <a:bodyPr/>
        <a:lstStyle/>
        <a:p>
          <a:endParaRPr lang="en-US"/>
        </a:p>
      </dgm:t>
    </dgm:pt>
    <dgm:pt modelId="{661C9BE6-F60A-4BC5-BBEB-40E507C68119}">
      <dgm:prSet/>
      <dgm:spPr/>
      <dgm:t>
        <a:bodyPr/>
        <a:lstStyle/>
        <a:p>
          <a:r>
            <a:rPr lang="en-IE" b="1"/>
            <a:t>Inefficient Use of Resources</a:t>
          </a:r>
          <a:endParaRPr lang="en-US"/>
        </a:p>
      </dgm:t>
    </dgm:pt>
    <dgm:pt modelId="{F22FAA18-48FB-41F2-825F-908CC71F47AD}" type="parTrans" cxnId="{75C0F9B8-D57A-4305-A2AB-B334725EB326}">
      <dgm:prSet/>
      <dgm:spPr/>
      <dgm:t>
        <a:bodyPr/>
        <a:lstStyle/>
        <a:p>
          <a:endParaRPr lang="en-US"/>
        </a:p>
      </dgm:t>
    </dgm:pt>
    <dgm:pt modelId="{5E474D79-1805-4F09-B3A8-711755342331}" type="sibTrans" cxnId="{75C0F9B8-D57A-4305-A2AB-B334725EB326}">
      <dgm:prSet/>
      <dgm:spPr/>
      <dgm:t>
        <a:bodyPr/>
        <a:lstStyle/>
        <a:p>
          <a:endParaRPr lang="en-US"/>
        </a:p>
      </dgm:t>
    </dgm:pt>
    <dgm:pt modelId="{50D9242F-392C-450F-9A07-E6A98AFD8C21}">
      <dgm:prSet/>
      <dgm:spPr/>
      <dgm:t>
        <a:bodyPr/>
        <a:lstStyle/>
        <a:p>
          <a:r>
            <a:rPr lang="en-IE"/>
            <a:t>All devices on the LAN must process the message and eventually discard the message.</a:t>
          </a:r>
          <a:endParaRPr lang="en-US"/>
        </a:p>
      </dgm:t>
    </dgm:pt>
    <dgm:pt modelId="{00AC8652-1895-4BFC-B2AF-B5B4C2F43FF8}" type="parTrans" cxnId="{DF26B757-4541-4E55-833D-3F55B1DA892E}">
      <dgm:prSet/>
      <dgm:spPr/>
      <dgm:t>
        <a:bodyPr/>
        <a:lstStyle/>
        <a:p>
          <a:endParaRPr lang="en-US"/>
        </a:p>
      </dgm:t>
    </dgm:pt>
    <dgm:pt modelId="{B1798BF4-08C5-441A-A781-9E2A5BACA2F2}" type="sibTrans" cxnId="{DF26B757-4541-4E55-833D-3F55B1DA892E}">
      <dgm:prSet/>
      <dgm:spPr/>
      <dgm:t>
        <a:bodyPr/>
        <a:lstStyle/>
        <a:p>
          <a:endParaRPr lang="en-US"/>
        </a:p>
      </dgm:t>
    </dgm:pt>
    <dgm:pt modelId="{A18F7744-ACC0-4036-AFD5-1079A30498B2}">
      <dgm:prSet/>
      <dgm:spPr/>
      <dgm:t>
        <a:bodyPr/>
        <a:lstStyle/>
        <a:p>
          <a:r>
            <a:rPr lang="en-IE" b="1"/>
            <a:t>Increased Security Risk</a:t>
          </a:r>
          <a:endParaRPr lang="en-US"/>
        </a:p>
      </dgm:t>
    </dgm:pt>
    <dgm:pt modelId="{D4043DFF-6E47-48CB-9590-C29D87D8EFAF}" type="parTrans" cxnId="{17360D1F-E20C-4451-88DC-1E09F100A516}">
      <dgm:prSet/>
      <dgm:spPr/>
      <dgm:t>
        <a:bodyPr/>
        <a:lstStyle/>
        <a:p>
          <a:endParaRPr lang="en-US"/>
        </a:p>
      </dgm:t>
    </dgm:pt>
    <dgm:pt modelId="{E92DF249-D979-4B4B-85AF-069942A6A6CC}" type="sibTrans" cxnId="{17360D1F-E20C-4451-88DC-1E09F100A516}">
      <dgm:prSet/>
      <dgm:spPr/>
      <dgm:t>
        <a:bodyPr/>
        <a:lstStyle/>
        <a:p>
          <a:endParaRPr lang="en-US"/>
        </a:p>
      </dgm:t>
    </dgm:pt>
    <dgm:pt modelId="{81878B20-FFCA-4431-B939-B8F41CCB7459}">
      <dgm:prSet/>
      <dgm:spPr/>
      <dgm:t>
        <a:bodyPr/>
        <a:lstStyle/>
        <a:p>
          <a:r>
            <a:rPr lang="en-IE"/>
            <a:t>Advertising updates on a broadcast network is a security risk.</a:t>
          </a:r>
          <a:endParaRPr lang="en-US"/>
        </a:p>
      </dgm:t>
    </dgm:pt>
    <dgm:pt modelId="{D8C60E69-1540-49FE-97C5-88A3A6A8FA6C}" type="parTrans" cxnId="{8157EC27-7D80-40C4-8349-EF69F478E13C}">
      <dgm:prSet/>
      <dgm:spPr/>
      <dgm:t>
        <a:bodyPr/>
        <a:lstStyle/>
        <a:p>
          <a:endParaRPr lang="en-US"/>
        </a:p>
      </dgm:t>
    </dgm:pt>
    <dgm:pt modelId="{458F507D-26C9-498F-BFB9-4D1489566FBC}" type="sibTrans" cxnId="{8157EC27-7D80-40C4-8349-EF69F478E13C}">
      <dgm:prSet/>
      <dgm:spPr/>
      <dgm:t>
        <a:bodyPr/>
        <a:lstStyle/>
        <a:p>
          <a:endParaRPr lang="en-US"/>
        </a:p>
      </dgm:t>
    </dgm:pt>
    <dgm:pt modelId="{737CD2CC-28B7-4FE3-93D8-581971168D17}">
      <dgm:prSet/>
      <dgm:spPr/>
      <dgm:t>
        <a:bodyPr/>
        <a:lstStyle/>
        <a:p>
          <a:r>
            <a:rPr lang="en-IE"/>
            <a:t>OSPF messages can be intercepted with packet sniffing software. </a:t>
          </a:r>
          <a:endParaRPr lang="en-US"/>
        </a:p>
      </dgm:t>
    </dgm:pt>
    <dgm:pt modelId="{699D9420-4780-47C4-9422-3D1400D081B5}" type="parTrans" cxnId="{4C3C28B4-2304-4E29-8561-ED7E85D69538}">
      <dgm:prSet/>
      <dgm:spPr/>
      <dgm:t>
        <a:bodyPr/>
        <a:lstStyle/>
        <a:p>
          <a:endParaRPr lang="en-US"/>
        </a:p>
      </dgm:t>
    </dgm:pt>
    <dgm:pt modelId="{7685F0C9-DD19-481F-9288-A2D16C288AA0}" type="sibTrans" cxnId="{4C3C28B4-2304-4E29-8561-ED7E85D69538}">
      <dgm:prSet/>
      <dgm:spPr/>
      <dgm:t>
        <a:bodyPr/>
        <a:lstStyle/>
        <a:p>
          <a:endParaRPr lang="en-US"/>
        </a:p>
      </dgm:t>
    </dgm:pt>
    <dgm:pt modelId="{D7555277-B3AC-4EB9-999D-6554B8F3E21A}">
      <dgm:prSet/>
      <dgm:spPr/>
      <dgm:t>
        <a:bodyPr/>
        <a:lstStyle/>
        <a:p>
          <a:r>
            <a:rPr lang="en-IE"/>
            <a:t>Routing updates can be modified and sent back to the router, corrupting the routing table with false metrics that misdirect traffic.</a:t>
          </a:r>
          <a:endParaRPr lang="en-US"/>
        </a:p>
      </dgm:t>
    </dgm:pt>
    <dgm:pt modelId="{1D6C6C59-7B91-4F21-B339-AA839E5C9302}" type="parTrans" cxnId="{4BE8EB87-216A-482A-8F15-55F564DBF2EE}">
      <dgm:prSet/>
      <dgm:spPr/>
      <dgm:t>
        <a:bodyPr/>
        <a:lstStyle/>
        <a:p>
          <a:endParaRPr lang="en-US"/>
        </a:p>
      </dgm:t>
    </dgm:pt>
    <dgm:pt modelId="{54E2F3AD-7DE3-413C-A12F-CDBB41299786}" type="sibTrans" cxnId="{4BE8EB87-216A-482A-8F15-55F564DBF2EE}">
      <dgm:prSet/>
      <dgm:spPr/>
      <dgm:t>
        <a:bodyPr/>
        <a:lstStyle/>
        <a:p>
          <a:endParaRPr lang="en-US"/>
        </a:p>
      </dgm:t>
    </dgm:pt>
    <dgm:pt modelId="{230F67AB-7210-407B-96BF-C63B6A40AE9A}" type="pres">
      <dgm:prSet presAssocID="{8EB555E7-D3D4-47CD-A283-28C28E63679D}" presName="linear" presStyleCnt="0">
        <dgm:presLayoutVars>
          <dgm:animLvl val="lvl"/>
          <dgm:resizeHandles val="exact"/>
        </dgm:presLayoutVars>
      </dgm:prSet>
      <dgm:spPr/>
    </dgm:pt>
    <dgm:pt modelId="{2463E823-EA36-4C94-B72B-E2BD4C46036E}" type="pres">
      <dgm:prSet presAssocID="{97689250-9094-42DD-AF67-DBA584268B2E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6DCF936D-F0FD-46CD-89B6-38610110D48E}" type="pres">
      <dgm:prSet presAssocID="{42439694-B1AA-498A-820B-B8B6642F3BA3}" presName="spacer" presStyleCnt="0"/>
      <dgm:spPr/>
    </dgm:pt>
    <dgm:pt modelId="{B42C165B-56A1-4A7D-8354-1BFDEE95866F}" type="pres">
      <dgm:prSet presAssocID="{45A574B0-7A8E-4376-A295-BD722338B0BE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3E191F4-05A9-4FC7-A212-B515398B9FDD}" type="pres">
      <dgm:prSet presAssocID="{3AE4F3B2-CE7C-4CCE-BE2E-4A8D90B6248D}" presName="spacer" presStyleCnt="0"/>
      <dgm:spPr/>
    </dgm:pt>
    <dgm:pt modelId="{59948353-9FCA-4792-A4A5-906B5581C5A7}" type="pres">
      <dgm:prSet presAssocID="{96ECDD12-A1F9-4301-8CA7-E202598B9AD8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506CAFB0-6B98-43A9-A098-B83CF57E760C}" type="pres">
      <dgm:prSet presAssocID="{B83995B9-5CC2-4689-B445-D7C9E9AB057A}" presName="spacer" presStyleCnt="0"/>
      <dgm:spPr/>
    </dgm:pt>
    <dgm:pt modelId="{E9721983-546D-4FD6-949B-2F171ACA1E1B}" type="pres">
      <dgm:prSet presAssocID="{661C9BE6-F60A-4BC5-BBEB-40E507C6811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B08CFA3D-4521-4207-AFC1-BE61DBF43CC1}" type="pres">
      <dgm:prSet presAssocID="{5E474D79-1805-4F09-B3A8-711755342331}" presName="spacer" presStyleCnt="0"/>
      <dgm:spPr/>
    </dgm:pt>
    <dgm:pt modelId="{7EEFD0EF-73A1-40B2-BB8E-68FC49A71409}" type="pres">
      <dgm:prSet presAssocID="{50D9242F-392C-450F-9A07-E6A98AFD8C21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49ED7BD-F59A-470E-8744-78EA577CE445}" type="pres">
      <dgm:prSet presAssocID="{B1798BF4-08C5-441A-A781-9E2A5BACA2F2}" presName="spacer" presStyleCnt="0"/>
      <dgm:spPr/>
    </dgm:pt>
    <dgm:pt modelId="{FA597439-4468-4B39-923D-945CEFBE21AD}" type="pres">
      <dgm:prSet presAssocID="{A18F7744-ACC0-4036-AFD5-1079A30498B2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68AEC4D4-A0A4-4640-B259-1F009B1B91F9}" type="pres">
      <dgm:prSet presAssocID="{E92DF249-D979-4B4B-85AF-069942A6A6CC}" presName="spacer" presStyleCnt="0"/>
      <dgm:spPr/>
    </dgm:pt>
    <dgm:pt modelId="{307F3FDA-E1A0-4423-9E9A-803B037A11EB}" type="pres">
      <dgm:prSet presAssocID="{81878B20-FFCA-4431-B939-B8F41CCB7459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6062B620-EA1C-466B-A50A-94AF47DF9291}" type="pres">
      <dgm:prSet presAssocID="{458F507D-26C9-498F-BFB9-4D1489566FBC}" presName="spacer" presStyleCnt="0"/>
      <dgm:spPr/>
    </dgm:pt>
    <dgm:pt modelId="{F34CBF4E-8739-4FFB-8345-7D745BA2B045}" type="pres">
      <dgm:prSet presAssocID="{737CD2CC-28B7-4FE3-93D8-581971168D17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64D6E9EA-A3C8-4C5D-83A0-322449657B44}" type="pres">
      <dgm:prSet presAssocID="{7685F0C9-DD19-481F-9288-A2D16C288AA0}" presName="spacer" presStyleCnt="0"/>
      <dgm:spPr/>
    </dgm:pt>
    <dgm:pt modelId="{422391CE-8F2B-458E-85F1-3DF52452C860}" type="pres">
      <dgm:prSet presAssocID="{D7555277-B3AC-4EB9-999D-6554B8F3E21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7360D1F-E20C-4451-88DC-1E09F100A516}" srcId="{8EB555E7-D3D4-47CD-A283-28C28E63679D}" destId="{A18F7744-ACC0-4036-AFD5-1079A30498B2}" srcOrd="5" destOrd="0" parTransId="{D4043DFF-6E47-48CB-9590-C29D87D8EFAF}" sibTransId="{E92DF249-D979-4B4B-85AF-069942A6A6CC}"/>
    <dgm:cxn modelId="{AB2F8B24-EA24-48A5-B5A0-F4DA68300A57}" type="presOf" srcId="{50D9242F-392C-450F-9A07-E6A98AFD8C21}" destId="{7EEFD0EF-73A1-40B2-BB8E-68FC49A71409}" srcOrd="0" destOrd="0" presId="urn:microsoft.com/office/officeart/2005/8/layout/vList2"/>
    <dgm:cxn modelId="{8157EC27-7D80-40C4-8349-EF69F478E13C}" srcId="{8EB555E7-D3D4-47CD-A283-28C28E63679D}" destId="{81878B20-FFCA-4431-B939-B8F41CCB7459}" srcOrd="6" destOrd="0" parTransId="{D8C60E69-1540-49FE-97C5-88A3A6A8FA6C}" sibTransId="{458F507D-26C9-498F-BFB9-4D1489566FBC}"/>
    <dgm:cxn modelId="{116C882C-484A-4F27-879A-21C1D3F5AE1C}" type="presOf" srcId="{45A574B0-7A8E-4376-A295-BD722338B0BE}" destId="{B42C165B-56A1-4A7D-8354-1BFDEE95866F}" srcOrd="0" destOrd="0" presId="urn:microsoft.com/office/officeart/2005/8/layout/vList2"/>
    <dgm:cxn modelId="{D197A734-1B9B-4117-B181-228C55B01A2B}" type="presOf" srcId="{96ECDD12-A1F9-4301-8CA7-E202598B9AD8}" destId="{59948353-9FCA-4792-A4A5-906B5581C5A7}" srcOrd="0" destOrd="0" presId="urn:microsoft.com/office/officeart/2005/8/layout/vList2"/>
    <dgm:cxn modelId="{D1DDD23C-5608-45DA-B42C-DA4EAFFB11B6}" type="presOf" srcId="{D7555277-B3AC-4EB9-999D-6554B8F3E21A}" destId="{422391CE-8F2B-458E-85F1-3DF52452C860}" srcOrd="0" destOrd="0" presId="urn:microsoft.com/office/officeart/2005/8/layout/vList2"/>
    <dgm:cxn modelId="{CB76276B-8EA7-429B-BC84-73232C578435}" type="presOf" srcId="{97689250-9094-42DD-AF67-DBA584268B2E}" destId="{2463E823-EA36-4C94-B72B-E2BD4C46036E}" srcOrd="0" destOrd="0" presId="urn:microsoft.com/office/officeart/2005/8/layout/vList2"/>
    <dgm:cxn modelId="{7E747D76-BCEB-4E2A-B459-333D1BB49E5A}" srcId="{8EB555E7-D3D4-47CD-A283-28C28E63679D}" destId="{96ECDD12-A1F9-4301-8CA7-E202598B9AD8}" srcOrd="2" destOrd="0" parTransId="{3B0F3BAA-0C74-49F3-9ADF-305D74374DD0}" sibTransId="{B83995B9-5CC2-4689-B445-D7C9E9AB057A}"/>
    <dgm:cxn modelId="{DF26B757-4541-4E55-833D-3F55B1DA892E}" srcId="{8EB555E7-D3D4-47CD-A283-28C28E63679D}" destId="{50D9242F-392C-450F-9A07-E6A98AFD8C21}" srcOrd="4" destOrd="0" parTransId="{00AC8652-1895-4BFC-B2AF-B5B4C2F43FF8}" sibTransId="{B1798BF4-08C5-441A-A781-9E2A5BACA2F2}"/>
    <dgm:cxn modelId="{1727AA7D-0187-4359-8484-6E4D296398AC}" srcId="{8EB555E7-D3D4-47CD-A283-28C28E63679D}" destId="{97689250-9094-42DD-AF67-DBA584268B2E}" srcOrd="0" destOrd="0" parTransId="{C5285411-FC8E-425A-B36F-9AD0C06D1F4D}" sibTransId="{42439694-B1AA-498A-820B-B8B6642F3BA3}"/>
    <dgm:cxn modelId="{4BE8EB87-216A-482A-8F15-55F564DBF2EE}" srcId="{8EB555E7-D3D4-47CD-A283-28C28E63679D}" destId="{D7555277-B3AC-4EB9-999D-6554B8F3E21A}" srcOrd="8" destOrd="0" parTransId="{1D6C6C59-7B91-4F21-B339-AA839E5C9302}" sibTransId="{54E2F3AD-7DE3-413C-A12F-CDBB41299786}"/>
    <dgm:cxn modelId="{4142F291-7D68-4D12-B8FE-82A69BC096E4}" srcId="{8EB555E7-D3D4-47CD-A283-28C28E63679D}" destId="{45A574B0-7A8E-4376-A295-BD722338B0BE}" srcOrd="1" destOrd="0" parTransId="{62BD3396-9978-49BB-9E32-2075C385A588}" sibTransId="{3AE4F3B2-CE7C-4CCE-BE2E-4A8D90B6248D}"/>
    <dgm:cxn modelId="{27301CA2-B209-43C2-A5F4-B42B7B48747B}" type="presOf" srcId="{81878B20-FFCA-4431-B939-B8F41CCB7459}" destId="{307F3FDA-E1A0-4423-9E9A-803B037A11EB}" srcOrd="0" destOrd="0" presId="urn:microsoft.com/office/officeart/2005/8/layout/vList2"/>
    <dgm:cxn modelId="{4C3C28B4-2304-4E29-8561-ED7E85D69538}" srcId="{8EB555E7-D3D4-47CD-A283-28C28E63679D}" destId="{737CD2CC-28B7-4FE3-93D8-581971168D17}" srcOrd="7" destOrd="0" parTransId="{699D9420-4780-47C4-9422-3D1400D081B5}" sibTransId="{7685F0C9-DD19-481F-9288-A2D16C288AA0}"/>
    <dgm:cxn modelId="{75C0F9B8-D57A-4305-A2AB-B334725EB326}" srcId="{8EB555E7-D3D4-47CD-A283-28C28E63679D}" destId="{661C9BE6-F60A-4BC5-BBEB-40E507C68119}" srcOrd="3" destOrd="0" parTransId="{F22FAA18-48FB-41F2-825F-908CC71F47AD}" sibTransId="{5E474D79-1805-4F09-B3A8-711755342331}"/>
    <dgm:cxn modelId="{5B7FF5C2-55F7-498D-88D2-35B41359CD49}" type="presOf" srcId="{661C9BE6-F60A-4BC5-BBEB-40E507C68119}" destId="{E9721983-546D-4FD6-949B-2F171ACA1E1B}" srcOrd="0" destOrd="0" presId="urn:microsoft.com/office/officeart/2005/8/layout/vList2"/>
    <dgm:cxn modelId="{127797E8-408A-4948-9796-8296F13441D3}" type="presOf" srcId="{8EB555E7-D3D4-47CD-A283-28C28E63679D}" destId="{230F67AB-7210-407B-96BF-C63B6A40AE9A}" srcOrd="0" destOrd="0" presId="urn:microsoft.com/office/officeart/2005/8/layout/vList2"/>
    <dgm:cxn modelId="{3B62FFEE-101F-4161-AA12-CBFB7D2581F7}" type="presOf" srcId="{A18F7744-ACC0-4036-AFD5-1079A30498B2}" destId="{FA597439-4468-4B39-923D-945CEFBE21AD}" srcOrd="0" destOrd="0" presId="urn:microsoft.com/office/officeart/2005/8/layout/vList2"/>
    <dgm:cxn modelId="{12E70EFB-27AE-4C10-B448-1A0547B63F18}" type="presOf" srcId="{737CD2CC-28B7-4FE3-93D8-581971168D17}" destId="{F34CBF4E-8739-4FFB-8345-7D745BA2B045}" srcOrd="0" destOrd="0" presId="urn:microsoft.com/office/officeart/2005/8/layout/vList2"/>
    <dgm:cxn modelId="{4D34D8AE-88D0-4B8B-AE01-66E704B06BF7}" type="presParOf" srcId="{230F67AB-7210-407B-96BF-C63B6A40AE9A}" destId="{2463E823-EA36-4C94-B72B-E2BD4C46036E}" srcOrd="0" destOrd="0" presId="urn:microsoft.com/office/officeart/2005/8/layout/vList2"/>
    <dgm:cxn modelId="{2CC418F1-3D7E-4518-9738-9D3518C15518}" type="presParOf" srcId="{230F67AB-7210-407B-96BF-C63B6A40AE9A}" destId="{6DCF936D-F0FD-46CD-89B6-38610110D48E}" srcOrd="1" destOrd="0" presId="urn:microsoft.com/office/officeart/2005/8/layout/vList2"/>
    <dgm:cxn modelId="{56D31293-EC48-4FA6-BAFB-91A685482698}" type="presParOf" srcId="{230F67AB-7210-407B-96BF-C63B6A40AE9A}" destId="{B42C165B-56A1-4A7D-8354-1BFDEE95866F}" srcOrd="2" destOrd="0" presId="urn:microsoft.com/office/officeart/2005/8/layout/vList2"/>
    <dgm:cxn modelId="{55A35224-7174-483B-9E6E-A5D84E938691}" type="presParOf" srcId="{230F67AB-7210-407B-96BF-C63B6A40AE9A}" destId="{13E191F4-05A9-4FC7-A212-B515398B9FDD}" srcOrd="3" destOrd="0" presId="urn:microsoft.com/office/officeart/2005/8/layout/vList2"/>
    <dgm:cxn modelId="{33E3421A-EAB4-4854-86FB-35C94E97A05B}" type="presParOf" srcId="{230F67AB-7210-407B-96BF-C63B6A40AE9A}" destId="{59948353-9FCA-4792-A4A5-906B5581C5A7}" srcOrd="4" destOrd="0" presId="urn:microsoft.com/office/officeart/2005/8/layout/vList2"/>
    <dgm:cxn modelId="{12688D43-9743-4560-B4CD-A0740023A362}" type="presParOf" srcId="{230F67AB-7210-407B-96BF-C63B6A40AE9A}" destId="{506CAFB0-6B98-43A9-A098-B83CF57E760C}" srcOrd="5" destOrd="0" presId="urn:microsoft.com/office/officeart/2005/8/layout/vList2"/>
    <dgm:cxn modelId="{A2BF7CE3-D90B-4767-BAE1-7D8E8DB37FCE}" type="presParOf" srcId="{230F67AB-7210-407B-96BF-C63B6A40AE9A}" destId="{E9721983-546D-4FD6-949B-2F171ACA1E1B}" srcOrd="6" destOrd="0" presId="urn:microsoft.com/office/officeart/2005/8/layout/vList2"/>
    <dgm:cxn modelId="{6FB24906-00E9-4AD8-9814-5286558AF6F3}" type="presParOf" srcId="{230F67AB-7210-407B-96BF-C63B6A40AE9A}" destId="{B08CFA3D-4521-4207-AFC1-BE61DBF43CC1}" srcOrd="7" destOrd="0" presId="urn:microsoft.com/office/officeart/2005/8/layout/vList2"/>
    <dgm:cxn modelId="{6D76D46A-186B-4877-B83C-A707A50A4FBC}" type="presParOf" srcId="{230F67AB-7210-407B-96BF-C63B6A40AE9A}" destId="{7EEFD0EF-73A1-40B2-BB8E-68FC49A71409}" srcOrd="8" destOrd="0" presId="urn:microsoft.com/office/officeart/2005/8/layout/vList2"/>
    <dgm:cxn modelId="{CA8DC444-FB62-42F7-B8ED-767AE40F0552}" type="presParOf" srcId="{230F67AB-7210-407B-96BF-C63B6A40AE9A}" destId="{F49ED7BD-F59A-470E-8744-78EA577CE445}" srcOrd="9" destOrd="0" presId="urn:microsoft.com/office/officeart/2005/8/layout/vList2"/>
    <dgm:cxn modelId="{5F833A35-BDF3-43B9-90A1-799D25B9F55A}" type="presParOf" srcId="{230F67AB-7210-407B-96BF-C63B6A40AE9A}" destId="{FA597439-4468-4B39-923D-945CEFBE21AD}" srcOrd="10" destOrd="0" presId="urn:microsoft.com/office/officeart/2005/8/layout/vList2"/>
    <dgm:cxn modelId="{1EF93526-DBCE-4D78-BE17-A33A4A0185C7}" type="presParOf" srcId="{230F67AB-7210-407B-96BF-C63B6A40AE9A}" destId="{68AEC4D4-A0A4-4640-B259-1F009B1B91F9}" srcOrd="11" destOrd="0" presId="urn:microsoft.com/office/officeart/2005/8/layout/vList2"/>
    <dgm:cxn modelId="{E1111D07-AA6C-493D-B035-FE3E299B042B}" type="presParOf" srcId="{230F67AB-7210-407B-96BF-C63B6A40AE9A}" destId="{307F3FDA-E1A0-4423-9E9A-803B037A11EB}" srcOrd="12" destOrd="0" presId="urn:microsoft.com/office/officeart/2005/8/layout/vList2"/>
    <dgm:cxn modelId="{89B70576-A503-44D6-A677-681EEB86A9B2}" type="presParOf" srcId="{230F67AB-7210-407B-96BF-C63B6A40AE9A}" destId="{6062B620-EA1C-466B-A50A-94AF47DF9291}" srcOrd="13" destOrd="0" presId="urn:microsoft.com/office/officeart/2005/8/layout/vList2"/>
    <dgm:cxn modelId="{C705AEDA-E7A8-430A-8FA9-D7E70BF3C947}" type="presParOf" srcId="{230F67AB-7210-407B-96BF-C63B6A40AE9A}" destId="{F34CBF4E-8739-4FFB-8345-7D745BA2B045}" srcOrd="14" destOrd="0" presId="urn:microsoft.com/office/officeart/2005/8/layout/vList2"/>
    <dgm:cxn modelId="{99268D5C-2D15-490A-A3EF-9343C3572CFA}" type="presParOf" srcId="{230F67AB-7210-407B-96BF-C63B6A40AE9A}" destId="{64D6E9EA-A3C8-4C5D-83A0-322449657B44}" srcOrd="15" destOrd="0" presId="urn:microsoft.com/office/officeart/2005/8/layout/vList2"/>
    <dgm:cxn modelId="{970508CF-222B-4364-B2C4-049139F95CC5}" type="presParOf" srcId="{230F67AB-7210-407B-96BF-C63B6A40AE9A}" destId="{422391CE-8F2B-458E-85F1-3DF52452C860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48927D4-7C4B-43F7-804B-41E120F1CE7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E5BCE7-F41F-42AD-A7B8-5AC5E28136DF}">
      <dgm:prSet/>
      <dgm:spPr/>
      <dgm:t>
        <a:bodyPr/>
        <a:lstStyle/>
        <a:p>
          <a:r>
            <a:rPr lang="en-IE"/>
            <a:t>DR = Designated Router</a:t>
          </a:r>
          <a:endParaRPr lang="en-US"/>
        </a:p>
      </dgm:t>
    </dgm:pt>
    <dgm:pt modelId="{5486B531-C74A-4A1D-B101-124733EF1AA3}" type="parTrans" cxnId="{24E92299-A29D-44E1-BAAB-6A3B5C8F026E}">
      <dgm:prSet/>
      <dgm:spPr/>
      <dgm:t>
        <a:bodyPr/>
        <a:lstStyle/>
        <a:p>
          <a:endParaRPr lang="en-US"/>
        </a:p>
      </dgm:t>
    </dgm:pt>
    <dgm:pt modelId="{0D2D679B-0546-4BF4-A404-CF0F7E1310A7}" type="sibTrans" cxnId="{24E92299-A29D-44E1-BAAB-6A3B5C8F026E}">
      <dgm:prSet/>
      <dgm:spPr/>
      <dgm:t>
        <a:bodyPr/>
        <a:lstStyle/>
        <a:p>
          <a:endParaRPr lang="en-US"/>
        </a:p>
      </dgm:t>
    </dgm:pt>
    <dgm:pt modelId="{9C53FFEF-F998-4A97-9D0B-0D54B1ADC4C3}">
      <dgm:prSet/>
      <dgm:spPr/>
      <dgm:t>
        <a:bodyPr/>
        <a:lstStyle/>
        <a:p>
          <a:r>
            <a:rPr lang="en-IE"/>
            <a:t>BDR = Backup Designated Router</a:t>
          </a:r>
          <a:endParaRPr lang="en-US"/>
        </a:p>
      </dgm:t>
    </dgm:pt>
    <dgm:pt modelId="{CED8B61C-BA16-4968-9300-5C633B09B697}" type="parTrans" cxnId="{161E77AA-743A-48D5-89B1-7AFFBF912076}">
      <dgm:prSet/>
      <dgm:spPr/>
      <dgm:t>
        <a:bodyPr/>
        <a:lstStyle/>
        <a:p>
          <a:endParaRPr lang="en-US"/>
        </a:p>
      </dgm:t>
    </dgm:pt>
    <dgm:pt modelId="{50EB2253-E895-422C-AE6A-CE991DF54F9F}" type="sibTrans" cxnId="{161E77AA-743A-48D5-89B1-7AFFBF912076}">
      <dgm:prSet/>
      <dgm:spPr/>
      <dgm:t>
        <a:bodyPr/>
        <a:lstStyle/>
        <a:p>
          <a:endParaRPr lang="en-US"/>
        </a:p>
      </dgm:t>
    </dgm:pt>
    <dgm:pt modelId="{54EAE9BD-99B7-4BC3-B2A6-D8220C66E458}">
      <dgm:prSet/>
      <dgm:spPr/>
      <dgm:t>
        <a:bodyPr/>
        <a:lstStyle/>
        <a:p>
          <a:r>
            <a:rPr lang="en-IE"/>
            <a:t>DROTHER =All other routers</a:t>
          </a:r>
          <a:endParaRPr lang="en-US"/>
        </a:p>
      </dgm:t>
    </dgm:pt>
    <dgm:pt modelId="{2B43A4FC-CE70-4EE6-92A1-144C50226DB3}" type="parTrans" cxnId="{96400737-E589-44CC-A4C5-040388236CEF}">
      <dgm:prSet/>
      <dgm:spPr/>
      <dgm:t>
        <a:bodyPr/>
        <a:lstStyle/>
        <a:p>
          <a:endParaRPr lang="en-US"/>
        </a:p>
      </dgm:t>
    </dgm:pt>
    <dgm:pt modelId="{7F5959E1-34B4-499B-AD9D-9A5D46108F6F}" type="sibTrans" cxnId="{96400737-E589-44CC-A4C5-040388236CEF}">
      <dgm:prSet/>
      <dgm:spPr/>
      <dgm:t>
        <a:bodyPr/>
        <a:lstStyle/>
        <a:p>
          <a:endParaRPr lang="en-US"/>
        </a:p>
      </dgm:t>
    </dgm:pt>
    <dgm:pt modelId="{AAF6F57D-18DE-4DC4-9FB8-D887A4FDC065}" type="pres">
      <dgm:prSet presAssocID="{C48927D4-7C4B-43F7-804B-41E120F1CE7B}" presName="vert0" presStyleCnt="0">
        <dgm:presLayoutVars>
          <dgm:dir/>
          <dgm:animOne val="branch"/>
          <dgm:animLvl val="lvl"/>
        </dgm:presLayoutVars>
      </dgm:prSet>
      <dgm:spPr/>
    </dgm:pt>
    <dgm:pt modelId="{18209FF7-0FC4-48C2-81B1-27EAB1ED489B}" type="pres">
      <dgm:prSet presAssocID="{4CE5BCE7-F41F-42AD-A7B8-5AC5E28136DF}" presName="thickLine" presStyleLbl="alignNode1" presStyleIdx="0" presStyleCnt="3"/>
      <dgm:spPr/>
    </dgm:pt>
    <dgm:pt modelId="{538B1ACE-762F-4999-A810-CD4CF04234C5}" type="pres">
      <dgm:prSet presAssocID="{4CE5BCE7-F41F-42AD-A7B8-5AC5E28136DF}" presName="horz1" presStyleCnt="0"/>
      <dgm:spPr/>
    </dgm:pt>
    <dgm:pt modelId="{A7326842-3E50-4FD2-AA19-767E62E4CF8D}" type="pres">
      <dgm:prSet presAssocID="{4CE5BCE7-F41F-42AD-A7B8-5AC5E28136DF}" presName="tx1" presStyleLbl="revTx" presStyleIdx="0" presStyleCnt="3"/>
      <dgm:spPr/>
    </dgm:pt>
    <dgm:pt modelId="{37563DA4-FE6F-40F8-8499-BE2A6490E999}" type="pres">
      <dgm:prSet presAssocID="{4CE5BCE7-F41F-42AD-A7B8-5AC5E28136DF}" presName="vert1" presStyleCnt="0"/>
      <dgm:spPr/>
    </dgm:pt>
    <dgm:pt modelId="{3A1A7C3E-CC12-4D48-93B6-6F32FD431E69}" type="pres">
      <dgm:prSet presAssocID="{9C53FFEF-F998-4A97-9D0B-0D54B1ADC4C3}" presName="thickLine" presStyleLbl="alignNode1" presStyleIdx="1" presStyleCnt="3"/>
      <dgm:spPr/>
    </dgm:pt>
    <dgm:pt modelId="{3366041A-5608-4AD1-BE98-2177500DCA8C}" type="pres">
      <dgm:prSet presAssocID="{9C53FFEF-F998-4A97-9D0B-0D54B1ADC4C3}" presName="horz1" presStyleCnt="0"/>
      <dgm:spPr/>
    </dgm:pt>
    <dgm:pt modelId="{1D79BAFD-3390-43F4-8A30-4FAF32D2C9AC}" type="pres">
      <dgm:prSet presAssocID="{9C53FFEF-F998-4A97-9D0B-0D54B1ADC4C3}" presName="tx1" presStyleLbl="revTx" presStyleIdx="1" presStyleCnt="3"/>
      <dgm:spPr/>
    </dgm:pt>
    <dgm:pt modelId="{4BEB556E-239D-41D3-83E4-F057B1685821}" type="pres">
      <dgm:prSet presAssocID="{9C53FFEF-F998-4A97-9D0B-0D54B1ADC4C3}" presName="vert1" presStyleCnt="0"/>
      <dgm:spPr/>
    </dgm:pt>
    <dgm:pt modelId="{96CCA624-DE93-4757-AF3E-17B1271B24EC}" type="pres">
      <dgm:prSet presAssocID="{54EAE9BD-99B7-4BC3-B2A6-D8220C66E458}" presName="thickLine" presStyleLbl="alignNode1" presStyleIdx="2" presStyleCnt="3"/>
      <dgm:spPr/>
    </dgm:pt>
    <dgm:pt modelId="{A1F8E70F-72EE-4EA1-B2EF-242FFC7BE515}" type="pres">
      <dgm:prSet presAssocID="{54EAE9BD-99B7-4BC3-B2A6-D8220C66E458}" presName="horz1" presStyleCnt="0"/>
      <dgm:spPr/>
    </dgm:pt>
    <dgm:pt modelId="{051231B7-67C6-425D-A784-7ABB6E6534A7}" type="pres">
      <dgm:prSet presAssocID="{54EAE9BD-99B7-4BC3-B2A6-D8220C66E458}" presName="tx1" presStyleLbl="revTx" presStyleIdx="2" presStyleCnt="3"/>
      <dgm:spPr/>
    </dgm:pt>
    <dgm:pt modelId="{36260D87-7821-486D-AFA1-C7227468F698}" type="pres">
      <dgm:prSet presAssocID="{54EAE9BD-99B7-4BC3-B2A6-D8220C66E458}" presName="vert1" presStyleCnt="0"/>
      <dgm:spPr/>
    </dgm:pt>
  </dgm:ptLst>
  <dgm:cxnLst>
    <dgm:cxn modelId="{01BB2D36-7A68-4580-B71E-731A107D3F6E}" type="presOf" srcId="{4CE5BCE7-F41F-42AD-A7B8-5AC5E28136DF}" destId="{A7326842-3E50-4FD2-AA19-767E62E4CF8D}" srcOrd="0" destOrd="0" presId="urn:microsoft.com/office/officeart/2008/layout/LinedList"/>
    <dgm:cxn modelId="{96400737-E589-44CC-A4C5-040388236CEF}" srcId="{C48927D4-7C4B-43F7-804B-41E120F1CE7B}" destId="{54EAE9BD-99B7-4BC3-B2A6-D8220C66E458}" srcOrd="2" destOrd="0" parTransId="{2B43A4FC-CE70-4EE6-92A1-144C50226DB3}" sibTransId="{7F5959E1-34B4-499B-AD9D-9A5D46108F6F}"/>
    <dgm:cxn modelId="{B9425B37-12F7-4912-9024-9CC0C6F88191}" type="presOf" srcId="{54EAE9BD-99B7-4BC3-B2A6-D8220C66E458}" destId="{051231B7-67C6-425D-A784-7ABB6E6534A7}" srcOrd="0" destOrd="0" presId="urn:microsoft.com/office/officeart/2008/layout/LinedList"/>
    <dgm:cxn modelId="{DACEEC62-2A86-4778-91BF-3C01B6D5FED7}" type="presOf" srcId="{9C53FFEF-F998-4A97-9D0B-0D54B1ADC4C3}" destId="{1D79BAFD-3390-43F4-8A30-4FAF32D2C9AC}" srcOrd="0" destOrd="0" presId="urn:microsoft.com/office/officeart/2008/layout/LinedList"/>
    <dgm:cxn modelId="{2CDC5590-CF98-44C5-A9F9-B2DEA0A76DF2}" type="presOf" srcId="{C48927D4-7C4B-43F7-804B-41E120F1CE7B}" destId="{AAF6F57D-18DE-4DC4-9FB8-D887A4FDC065}" srcOrd="0" destOrd="0" presId="urn:microsoft.com/office/officeart/2008/layout/LinedList"/>
    <dgm:cxn modelId="{24E92299-A29D-44E1-BAAB-6A3B5C8F026E}" srcId="{C48927D4-7C4B-43F7-804B-41E120F1CE7B}" destId="{4CE5BCE7-F41F-42AD-A7B8-5AC5E28136DF}" srcOrd="0" destOrd="0" parTransId="{5486B531-C74A-4A1D-B101-124733EF1AA3}" sibTransId="{0D2D679B-0546-4BF4-A404-CF0F7E1310A7}"/>
    <dgm:cxn modelId="{161E77AA-743A-48D5-89B1-7AFFBF912076}" srcId="{C48927D4-7C4B-43F7-804B-41E120F1CE7B}" destId="{9C53FFEF-F998-4A97-9D0B-0D54B1ADC4C3}" srcOrd="1" destOrd="0" parTransId="{CED8B61C-BA16-4968-9300-5C633B09B697}" sibTransId="{50EB2253-E895-422C-AE6A-CE991DF54F9F}"/>
    <dgm:cxn modelId="{F70EC7E9-4DAC-46EE-9642-458EC3B65BEB}" type="presParOf" srcId="{AAF6F57D-18DE-4DC4-9FB8-D887A4FDC065}" destId="{18209FF7-0FC4-48C2-81B1-27EAB1ED489B}" srcOrd="0" destOrd="0" presId="urn:microsoft.com/office/officeart/2008/layout/LinedList"/>
    <dgm:cxn modelId="{C1669AB5-6B05-4017-BC2E-08EB17C1EE01}" type="presParOf" srcId="{AAF6F57D-18DE-4DC4-9FB8-D887A4FDC065}" destId="{538B1ACE-762F-4999-A810-CD4CF04234C5}" srcOrd="1" destOrd="0" presId="urn:microsoft.com/office/officeart/2008/layout/LinedList"/>
    <dgm:cxn modelId="{D5219DAC-163E-483A-9E32-8B9B042337A2}" type="presParOf" srcId="{538B1ACE-762F-4999-A810-CD4CF04234C5}" destId="{A7326842-3E50-4FD2-AA19-767E62E4CF8D}" srcOrd="0" destOrd="0" presId="urn:microsoft.com/office/officeart/2008/layout/LinedList"/>
    <dgm:cxn modelId="{688957B7-6CC1-4B74-9E36-C2D1DEAEEBF6}" type="presParOf" srcId="{538B1ACE-762F-4999-A810-CD4CF04234C5}" destId="{37563DA4-FE6F-40F8-8499-BE2A6490E999}" srcOrd="1" destOrd="0" presId="urn:microsoft.com/office/officeart/2008/layout/LinedList"/>
    <dgm:cxn modelId="{48A1DDD3-B7A9-491E-82B1-429F0AD7A397}" type="presParOf" srcId="{AAF6F57D-18DE-4DC4-9FB8-D887A4FDC065}" destId="{3A1A7C3E-CC12-4D48-93B6-6F32FD431E69}" srcOrd="2" destOrd="0" presId="urn:microsoft.com/office/officeart/2008/layout/LinedList"/>
    <dgm:cxn modelId="{B26E45DB-4F96-40A4-9433-F17DAE1A10BA}" type="presParOf" srcId="{AAF6F57D-18DE-4DC4-9FB8-D887A4FDC065}" destId="{3366041A-5608-4AD1-BE98-2177500DCA8C}" srcOrd="3" destOrd="0" presId="urn:microsoft.com/office/officeart/2008/layout/LinedList"/>
    <dgm:cxn modelId="{A2097911-48C6-4EB8-9D31-808FBD570847}" type="presParOf" srcId="{3366041A-5608-4AD1-BE98-2177500DCA8C}" destId="{1D79BAFD-3390-43F4-8A30-4FAF32D2C9AC}" srcOrd="0" destOrd="0" presId="urn:microsoft.com/office/officeart/2008/layout/LinedList"/>
    <dgm:cxn modelId="{6E5C2678-735F-441E-8BD5-6C2D1BF5075B}" type="presParOf" srcId="{3366041A-5608-4AD1-BE98-2177500DCA8C}" destId="{4BEB556E-239D-41D3-83E4-F057B1685821}" srcOrd="1" destOrd="0" presId="urn:microsoft.com/office/officeart/2008/layout/LinedList"/>
    <dgm:cxn modelId="{4E3F76FD-F173-4B18-BA9A-E03C29EFA775}" type="presParOf" srcId="{AAF6F57D-18DE-4DC4-9FB8-D887A4FDC065}" destId="{96CCA624-DE93-4757-AF3E-17B1271B24EC}" srcOrd="4" destOrd="0" presId="urn:microsoft.com/office/officeart/2008/layout/LinedList"/>
    <dgm:cxn modelId="{5C3C592B-6591-401C-8DAB-11E69D1F3D76}" type="presParOf" srcId="{AAF6F57D-18DE-4DC4-9FB8-D887A4FDC065}" destId="{A1F8E70F-72EE-4EA1-B2EF-242FFC7BE515}" srcOrd="5" destOrd="0" presId="urn:microsoft.com/office/officeart/2008/layout/LinedList"/>
    <dgm:cxn modelId="{48D18163-74E1-48B2-933F-EED563ED0A46}" type="presParOf" srcId="{A1F8E70F-72EE-4EA1-B2EF-242FFC7BE515}" destId="{051231B7-67C6-425D-A784-7ABB6E6534A7}" srcOrd="0" destOrd="0" presId="urn:microsoft.com/office/officeart/2008/layout/LinedList"/>
    <dgm:cxn modelId="{E8944112-4023-4D4D-ABE5-996ACAD3768B}" type="presParOf" srcId="{A1F8E70F-72EE-4EA1-B2EF-242FFC7BE515}" destId="{36260D87-7821-486D-AFA1-C7227468F6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7DC3ABA-1B60-4BBF-823B-0337C648662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C60ED2E-B9FD-4098-B84A-041D799B6139}">
      <dgm:prSet/>
      <dgm:spPr/>
      <dgm:t>
        <a:bodyPr/>
        <a:lstStyle/>
        <a:p>
          <a:r>
            <a:rPr lang="en-GB" b="1"/>
            <a:t>Router Priority </a:t>
          </a:r>
          <a:r>
            <a:rPr lang="en-GB"/>
            <a:t>- Used in a DR/BDR election. </a:t>
          </a:r>
          <a:endParaRPr lang="en-US"/>
        </a:p>
      </dgm:t>
    </dgm:pt>
    <dgm:pt modelId="{B04F24CB-5A36-41D1-B615-DFD159DC5AAE}" type="parTrans" cxnId="{B3A0B235-AD86-4D9A-8321-33238B07AF15}">
      <dgm:prSet/>
      <dgm:spPr/>
      <dgm:t>
        <a:bodyPr/>
        <a:lstStyle/>
        <a:p>
          <a:endParaRPr lang="en-US"/>
        </a:p>
      </dgm:t>
    </dgm:pt>
    <dgm:pt modelId="{AB9FAB3F-8827-4407-9746-DF90C7FF625E}" type="sibTrans" cxnId="{B3A0B235-AD86-4D9A-8321-33238B07AF15}">
      <dgm:prSet/>
      <dgm:spPr/>
      <dgm:t>
        <a:bodyPr/>
        <a:lstStyle/>
        <a:p>
          <a:endParaRPr lang="en-US"/>
        </a:p>
      </dgm:t>
    </dgm:pt>
    <dgm:pt modelId="{37E266C7-A0C4-4A70-A923-9E49F8AEA1E6}">
      <dgm:prSet/>
      <dgm:spPr/>
      <dgm:t>
        <a:bodyPr/>
        <a:lstStyle/>
        <a:p>
          <a:r>
            <a:rPr lang="en-GB" dirty="0"/>
            <a:t>The default priority for all OSPF routers is 1, but can be manually altered from 0 to 255. </a:t>
          </a:r>
          <a:endParaRPr lang="en-US" dirty="0"/>
        </a:p>
      </dgm:t>
    </dgm:pt>
    <dgm:pt modelId="{7596719B-1A52-4D7A-B96B-62C05A5D7235}" type="parTrans" cxnId="{3980011E-7298-4799-AE4E-5C94361876CA}">
      <dgm:prSet/>
      <dgm:spPr/>
      <dgm:t>
        <a:bodyPr/>
        <a:lstStyle/>
        <a:p>
          <a:endParaRPr lang="en-US"/>
        </a:p>
      </dgm:t>
    </dgm:pt>
    <dgm:pt modelId="{7C46CDCB-FA18-4DE1-92BF-4C99FAF62333}" type="sibTrans" cxnId="{3980011E-7298-4799-AE4E-5C94361876CA}">
      <dgm:prSet/>
      <dgm:spPr/>
      <dgm:t>
        <a:bodyPr/>
        <a:lstStyle/>
        <a:p>
          <a:endParaRPr lang="en-US"/>
        </a:p>
      </dgm:t>
    </dgm:pt>
    <dgm:pt modelId="{93715BF0-73A4-41E8-B481-A3191B1519DB}">
      <dgm:prSet/>
      <dgm:spPr/>
      <dgm:t>
        <a:bodyPr/>
        <a:lstStyle/>
        <a:p>
          <a:r>
            <a:rPr lang="en-GB" dirty="0"/>
            <a:t>The higher the value, the more likely the router becomes the DR on the link.</a:t>
          </a:r>
          <a:endParaRPr lang="en-US" dirty="0"/>
        </a:p>
      </dgm:t>
    </dgm:pt>
    <dgm:pt modelId="{3C759277-EF5A-4D5E-B479-14B1EF1695F1}" type="parTrans" cxnId="{8DC8A782-B841-4D1C-9906-984A1027E5F6}">
      <dgm:prSet/>
      <dgm:spPr/>
      <dgm:t>
        <a:bodyPr/>
        <a:lstStyle/>
        <a:p>
          <a:endParaRPr lang="en-US"/>
        </a:p>
      </dgm:t>
    </dgm:pt>
    <dgm:pt modelId="{F33A225B-BAED-4DEC-8413-89705121E58F}" type="sibTrans" cxnId="{8DC8A782-B841-4D1C-9906-984A1027E5F6}">
      <dgm:prSet/>
      <dgm:spPr/>
      <dgm:t>
        <a:bodyPr/>
        <a:lstStyle/>
        <a:p>
          <a:endParaRPr lang="en-US"/>
        </a:p>
      </dgm:t>
    </dgm:pt>
    <dgm:pt modelId="{31AD57EF-709C-4BAC-9745-9BD982FC35FF}" type="pres">
      <dgm:prSet presAssocID="{57DC3ABA-1B60-4BBF-823B-0337C6486623}" presName="vert0" presStyleCnt="0">
        <dgm:presLayoutVars>
          <dgm:dir/>
          <dgm:animOne val="branch"/>
          <dgm:animLvl val="lvl"/>
        </dgm:presLayoutVars>
      </dgm:prSet>
      <dgm:spPr/>
    </dgm:pt>
    <dgm:pt modelId="{EE2B4F66-791C-46C1-B52F-F945094851E3}" type="pres">
      <dgm:prSet presAssocID="{3C60ED2E-B9FD-4098-B84A-041D799B6139}" presName="thickLine" presStyleLbl="alignNode1" presStyleIdx="0" presStyleCnt="3"/>
      <dgm:spPr/>
    </dgm:pt>
    <dgm:pt modelId="{687007C0-5188-48F0-B526-E153F06470AD}" type="pres">
      <dgm:prSet presAssocID="{3C60ED2E-B9FD-4098-B84A-041D799B6139}" presName="horz1" presStyleCnt="0"/>
      <dgm:spPr/>
    </dgm:pt>
    <dgm:pt modelId="{D2418600-A9C9-4E44-9D9C-02F4DDA60E65}" type="pres">
      <dgm:prSet presAssocID="{3C60ED2E-B9FD-4098-B84A-041D799B6139}" presName="tx1" presStyleLbl="revTx" presStyleIdx="0" presStyleCnt="3"/>
      <dgm:spPr/>
    </dgm:pt>
    <dgm:pt modelId="{09B19CFA-9C58-42FC-9263-36ED3D73FB74}" type="pres">
      <dgm:prSet presAssocID="{3C60ED2E-B9FD-4098-B84A-041D799B6139}" presName="vert1" presStyleCnt="0"/>
      <dgm:spPr/>
    </dgm:pt>
    <dgm:pt modelId="{CCB03366-E9E4-4145-B008-B33E53BDC9C5}" type="pres">
      <dgm:prSet presAssocID="{37E266C7-A0C4-4A70-A923-9E49F8AEA1E6}" presName="thickLine" presStyleLbl="alignNode1" presStyleIdx="1" presStyleCnt="3"/>
      <dgm:spPr/>
    </dgm:pt>
    <dgm:pt modelId="{00772785-B02F-4372-A73F-D988CAD931DF}" type="pres">
      <dgm:prSet presAssocID="{37E266C7-A0C4-4A70-A923-9E49F8AEA1E6}" presName="horz1" presStyleCnt="0"/>
      <dgm:spPr/>
    </dgm:pt>
    <dgm:pt modelId="{FC47ADE0-66DA-4C29-8A52-E70411DB2062}" type="pres">
      <dgm:prSet presAssocID="{37E266C7-A0C4-4A70-A923-9E49F8AEA1E6}" presName="tx1" presStyleLbl="revTx" presStyleIdx="1" presStyleCnt="3"/>
      <dgm:spPr/>
    </dgm:pt>
    <dgm:pt modelId="{7BB09117-8EB4-4D01-B4E7-097BE9C68255}" type="pres">
      <dgm:prSet presAssocID="{37E266C7-A0C4-4A70-A923-9E49F8AEA1E6}" presName="vert1" presStyleCnt="0"/>
      <dgm:spPr/>
    </dgm:pt>
    <dgm:pt modelId="{11F53269-F90D-4751-8F46-9B6F18A80ECB}" type="pres">
      <dgm:prSet presAssocID="{93715BF0-73A4-41E8-B481-A3191B1519DB}" presName="thickLine" presStyleLbl="alignNode1" presStyleIdx="2" presStyleCnt="3"/>
      <dgm:spPr/>
    </dgm:pt>
    <dgm:pt modelId="{5BCF3D05-5398-4CE0-BF8F-C79DB28AE2B9}" type="pres">
      <dgm:prSet presAssocID="{93715BF0-73A4-41E8-B481-A3191B1519DB}" presName="horz1" presStyleCnt="0"/>
      <dgm:spPr/>
    </dgm:pt>
    <dgm:pt modelId="{6735D322-55F5-4624-A4FF-B5C31D2766EB}" type="pres">
      <dgm:prSet presAssocID="{93715BF0-73A4-41E8-B481-A3191B1519DB}" presName="tx1" presStyleLbl="revTx" presStyleIdx="2" presStyleCnt="3"/>
      <dgm:spPr/>
    </dgm:pt>
    <dgm:pt modelId="{C484D51B-9079-4538-9C5E-DF98DF23C7E0}" type="pres">
      <dgm:prSet presAssocID="{93715BF0-73A4-41E8-B481-A3191B1519DB}" presName="vert1" presStyleCnt="0"/>
      <dgm:spPr/>
    </dgm:pt>
  </dgm:ptLst>
  <dgm:cxnLst>
    <dgm:cxn modelId="{3980011E-7298-4799-AE4E-5C94361876CA}" srcId="{57DC3ABA-1B60-4BBF-823B-0337C6486623}" destId="{37E266C7-A0C4-4A70-A923-9E49F8AEA1E6}" srcOrd="1" destOrd="0" parTransId="{7596719B-1A52-4D7A-B96B-62C05A5D7235}" sibTransId="{7C46CDCB-FA18-4DE1-92BF-4C99FAF62333}"/>
    <dgm:cxn modelId="{B3A0B235-AD86-4D9A-8321-33238B07AF15}" srcId="{57DC3ABA-1B60-4BBF-823B-0337C6486623}" destId="{3C60ED2E-B9FD-4098-B84A-041D799B6139}" srcOrd="0" destOrd="0" parTransId="{B04F24CB-5A36-41D1-B615-DFD159DC5AAE}" sibTransId="{AB9FAB3F-8827-4407-9746-DF90C7FF625E}"/>
    <dgm:cxn modelId="{E0184E4E-2572-4B97-A3B0-1885C099732B}" type="presOf" srcId="{57DC3ABA-1B60-4BBF-823B-0337C6486623}" destId="{31AD57EF-709C-4BAC-9745-9BD982FC35FF}" srcOrd="0" destOrd="0" presId="urn:microsoft.com/office/officeart/2008/layout/LinedList"/>
    <dgm:cxn modelId="{D2073D53-C32D-4FC9-BCC3-4B6116F76DBB}" type="presOf" srcId="{3C60ED2E-B9FD-4098-B84A-041D799B6139}" destId="{D2418600-A9C9-4E44-9D9C-02F4DDA60E65}" srcOrd="0" destOrd="0" presId="urn:microsoft.com/office/officeart/2008/layout/LinedList"/>
    <dgm:cxn modelId="{8DC8A782-B841-4D1C-9906-984A1027E5F6}" srcId="{57DC3ABA-1B60-4BBF-823B-0337C6486623}" destId="{93715BF0-73A4-41E8-B481-A3191B1519DB}" srcOrd="2" destOrd="0" parTransId="{3C759277-EF5A-4D5E-B479-14B1EF1695F1}" sibTransId="{F33A225B-BAED-4DEC-8413-89705121E58F}"/>
    <dgm:cxn modelId="{C1C3B7A7-4252-4A5F-8BEF-A754E78F3295}" type="presOf" srcId="{93715BF0-73A4-41E8-B481-A3191B1519DB}" destId="{6735D322-55F5-4624-A4FF-B5C31D2766EB}" srcOrd="0" destOrd="0" presId="urn:microsoft.com/office/officeart/2008/layout/LinedList"/>
    <dgm:cxn modelId="{DEB15AB1-B741-4818-BA81-67A22DBC8EF4}" type="presOf" srcId="{37E266C7-A0C4-4A70-A923-9E49F8AEA1E6}" destId="{FC47ADE0-66DA-4C29-8A52-E70411DB2062}" srcOrd="0" destOrd="0" presId="urn:microsoft.com/office/officeart/2008/layout/LinedList"/>
    <dgm:cxn modelId="{EE614CDD-4260-4547-B0CA-0E48DCC56F6E}" type="presParOf" srcId="{31AD57EF-709C-4BAC-9745-9BD982FC35FF}" destId="{EE2B4F66-791C-46C1-B52F-F945094851E3}" srcOrd="0" destOrd="0" presId="urn:microsoft.com/office/officeart/2008/layout/LinedList"/>
    <dgm:cxn modelId="{80C1CFE1-6F81-41F9-8869-3750D6DDB170}" type="presParOf" srcId="{31AD57EF-709C-4BAC-9745-9BD982FC35FF}" destId="{687007C0-5188-48F0-B526-E153F06470AD}" srcOrd="1" destOrd="0" presId="urn:microsoft.com/office/officeart/2008/layout/LinedList"/>
    <dgm:cxn modelId="{0CAD3F14-5180-4D4D-B82C-C0A17F847CAD}" type="presParOf" srcId="{687007C0-5188-48F0-B526-E153F06470AD}" destId="{D2418600-A9C9-4E44-9D9C-02F4DDA60E65}" srcOrd="0" destOrd="0" presId="urn:microsoft.com/office/officeart/2008/layout/LinedList"/>
    <dgm:cxn modelId="{D9B73325-5659-4414-92DC-A1B574147FAD}" type="presParOf" srcId="{687007C0-5188-48F0-B526-E153F06470AD}" destId="{09B19CFA-9C58-42FC-9263-36ED3D73FB74}" srcOrd="1" destOrd="0" presId="urn:microsoft.com/office/officeart/2008/layout/LinedList"/>
    <dgm:cxn modelId="{E04CEFC4-FCF3-477D-B607-589D4E5883C8}" type="presParOf" srcId="{31AD57EF-709C-4BAC-9745-9BD982FC35FF}" destId="{CCB03366-E9E4-4145-B008-B33E53BDC9C5}" srcOrd="2" destOrd="0" presId="urn:microsoft.com/office/officeart/2008/layout/LinedList"/>
    <dgm:cxn modelId="{AFD21181-9DBF-4D6A-A4E1-FEEC936EC5D2}" type="presParOf" srcId="{31AD57EF-709C-4BAC-9745-9BD982FC35FF}" destId="{00772785-B02F-4372-A73F-D988CAD931DF}" srcOrd="3" destOrd="0" presId="urn:microsoft.com/office/officeart/2008/layout/LinedList"/>
    <dgm:cxn modelId="{F5FC9E10-760C-4F44-B29B-5E29387813A1}" type="presParOf" srcId="{00772785-B02F-4372-A73F-D988CAD931DF}" destId="{FC47ADE0-66DA-4C29-8A52-E70411DB2062}" srcOrd="0" destOrd="0" presId="urn:microsoft.com/office/officeart/2008/layout/LinedList"/>
    <dgm:cxn modelId="{6E711328-C47F-420B-BE78-EFA9BD9E0334}" type="presParOf" srcId="{00772785-B02F-4372-A73F-D988CAD931DF}" destId="{7BB09117-8EB4-4D01-B4E7-097BE9C68255}" srcOrd="1" destOrd="0" presId="urn:microsoft.com/office/officeart/2008/layout/LinedList"/>
    <dgm:cxn modelId="{F4F828C3-005A-4E2C-A101-35784B79B18D}" type="presParOf" srcId="{31AD57EF-709C-4BAC-9745-9BD982FC35FF}" destId="{11F53269-F90D-4751-8F46-9B6F18A80ECB}" srcOrd="4" destOrd="0" presId="urn:microsoft.com/office/officeart/2008/layout/LinedList"/>
    <dgm:cxn modelId="{A33EFF77-8056-4F82-977E-EF03CCC5A534}" type="presParOf" srcId="{31AD57EF-709C-4BAC-9745-9BD982FC35FF}" destId="{5BCF3D05-5398-4CE0-BF8F-C79DB28AE2B9}" srcOrd="5" destOrd="0" presId="urn:microsoft.com/office/officeart/2008/layout/LinedList"/>
    <dgm:cxn modelId="{F199058E-659C-4AD6-85CA-A86B083DC2F6}" type="presParOf" srcId="{5BCF3D05-5398-4CE0-BF8F-C79DB28AE2B9}" destId="{6735D322-55F5-4624-A4FF-B5C31D2766EB}" srcOrd="0" destOrd="0" presId="urn:microsoft.com/office/officeart/2008/layout/LinedList"/>
    <dgm:cxn modelId="{2E71BA37-F387-4B98-946B-54A3C49B3A35}" type="presParOf" srcId="{5BCF3D05-5398-4CE0-BF8F-C79DB28AE2B9}" destId="{C484D51B-9079-4538-9C5E-DF98DF23C7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4E52188-34B0-40BE-98F9-8F00AC9D3E8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50651E-4236-4438-AE32-C94DF89033D1}">
      <dgm:prSet/>
      <dgm:spPr/>
      <dgm:t>
        <a:bodyPr/>
        <a:lstStyle/>
        <a:p>
          <a:r>
            <a:rPr lang="en-GB" b="1"/>
            <a:t>Designated Router (DR) </a:t>
          </a:r>
          <a:r>
            <a:rPr lang="en-GB"/>
            <a:t>- Router ID of the DR.</a:t>
          </a:r>
          <a:endParaRPr lang="en-US"/>
        </a:p>
      </dgm:t>
    </dgm:pt>
    <dgm:pt modelId="{75AB8599-D918-44D4-9D47-E60748E7C83B}" type="parTrans" cxnId="{1A4C73D8-70FB-4FB4-B93F-35F3956F5673}">
      <dgm:prSet/>
      <dgm:spPr/>
      <dgm:t>
        <a:bodyPr/>
        <a:lstStyle/>
        <a:p>
          <a:endParaRPr lang="en-US"/>
        </a:p>
      </dgm:t>
    </dgm:pt>
    <dgm:pt modelId="{1F5E8FBC-2741-4989-9F25-D8AF3F201A1B}" type="sibTrans" cxnId="{1A4C73D8-70FB-4FB4-B93F-35F3956F5673}">
      <dgm:prSet/>
      <dgm:spPr/>
      <dgm:t>
        <a:bodyPr/>
        <a:lstStyle/>
        <a:p>
          <a:endParaRPr lang="en-US"/>
        </a:p>
      </dgm:t>
    </dgm:pt>
    <dgm:pt modelId="{F95854CB-3F89-499A-B3BE-7CF215D82E51}">
      <dgm:prSet/>
      <dgm:spPr/>
      <dgm:t>
        <a:bodyPr/>
        <a:lstStyle/>
        <a:p>
          <a:r>
            <a:rPr lang="en-GB" b="1"/>
            <a:t>Backup Designated Router (BDR) </a:t>
          </a:r>
          <a:r>
            <a:rPr lang="en-GB"/>
            <a:t>- Router ID of the BDR.</a:t>
          </a:r>
          <a:endParaRPr lang="en-US"/>
        </a:p>
      </dgm:t>
    </dgm:pt>
    <dgm:pt modelId="{3CD56E2B-2794-4DC5-9FB7-CA93C4C08BF8}" type="parTrans" cxnId="{2C9E7552-1031-470E-AE6F-564074FA4F16}">
      <dgm:prSet/>
      <dgm:spPr/>
      <dgm:t>
        <a:bodyPr/>
        <a:lstStyle/>
        <a:p>
          <a:endParaRPr lang="en-US"/>
        </a:p>
      </dgm:t>
    </dgm:pt>
    <dgm:pt modelId="{3D6B35ED-8EC6-4045-A30A-E30B2A25E99D}" type="sibTrans" cxnId="{2C9E7552-1031-470E-AE6F-564074FA4F16}">
      <dgm:prSet/>
      <dgm:spPr/>
      <dgm:t>
        <a:bodyPr/>
        <a:lstStyle/>
        <a:p>
          <a:endParaRPr lang="en-US"/>
        </a:p>
      </dgm:t>
    </dgm:pt>
    <dgm:pt modelId="{34FC3AA0-FB75-4D3B-A645-568B91F0EBEF}">
      <dgm:prSet/>
      <dgm:spPr/>
      <dgm:t>
        <a:bodyPr/>
        <a:lstStyle/>
        <a:p>
          <a:r>
            <a:rPr lang="en-GB" b="1"/>
            <a:t>List of Neighbours </a:t>
          </a:r>
          <a:r>
            <a:rPr lang="en-GB"/>
            <a:t>- List that identifies the router IDs of all adjacent routers.</a:t>
          </a:r>
          <a:endParaRPr lang="en-US"/>
        </a:p>
      </dgm:t>
    </dgm:pt>
    <dgm:pt modelId="{0E99BB35-E693-4CE8-B92A-DC40B231D194}" type="parTrans" cxnId="{FA84980E-B7CA-4EAC-B19D-94483D0D5403}">
      <dgm:prSet/>
      <dgm:spPr/>
      <dgm:t>
        <a:bodyPr/>
        <a:lstStyle/>
        <a:p>
          <a:endParaRPr lang="en-US"/>
        </a:p>
      </dgm:t>
    </dgm:pt>
    <dgm:pt modelId="{E69DF360-1B5B-40D1-98DD-D25C2B3821B3}" type="sibTrans" cxnId="{FA84980E-B7CA-4EAC-B19D-94483D0D5403}">
      <dgm:prSet/>
      <dgm:spPr/>
      <dgm:t>
        <a:bodyPr/>
        <a:lstStyle/>
        <a:p>
          <a:endParaRPr lang="en-US"/>
        </a:p>
      </dgm:t>
    </dgm:pt>
    <dgm:pt modelId="{3A810AC5-AAB9-4B25-A25F-9C7BF8B1CB58}" type="pres">
      <dgm:prSet presAssocID="{C4E52188-34B0-40BE-98F9-8F00AC9D3E88}" presName="vert0" presStyleCnt="0">
        <dgm:presLayoutVars>
          <dgm:dir/>
          <dgm:animOne val="branch"/>
          <dgm:animLvl val="lvl"/>
        </dgm:presLayoutVars>
      </dgm:prSet>
      <dgm:spPr/>
    </dgm:pt>
    <dgm:pt modelId="{829DC326-028C-40D2-A4BC-5B12285407A1}" type="pres">
      <dgm:prSet presAssocID="{3D50651E-4236-4438-AE32-C94DF89033D1}" presName="thickLine" presStyleLbl="alignNode1" presStyleIdx="0" presStyleCnt="3"/>
      <dgm:spPr/>
    </dgm:pt>
    <dgm:pt modelId="{C4C84DF4-4F71-428C-99AA-ABF6C5BF4F2B}" type="pres">
      <dgm:prSet presAssocID="{3D50651E-4236-4438-AE32-C94DF89033D1}" presName="horz1" presStyleCnt="0"/>
      <dgm:spPr/>
    </dgm:pt>
    <dgm:pt modelId="{F74A143F-4327-4DE9-8700-AF6789B7BA42}" type="pres">
      <dgm:prSet presAssocID="{3D50651E-4236-4438-AE32-C94DF89033D1}" presName="tx1" presStyleLbl="revTx" presStyleIdx="0" presStyleCnt="3"/>
      <dgm:spPr/>
    </dgm:pt>
    <dgm:pt modelId="{D527A216-5FF4-4AEC-9F3D-9A288BA0AE38}" type="pres">
      <dgm:prSet presAssocID="{3D50651E-4236-4438-AE32-C94DF89033D1}" presName="vert1" presStyleCnt="0"/>
      <dgm:spPr/>
    </dgm:pt>
    <dgm:pt modelId="{D33032B2-277B-475F-901A-291DE90D9A13}" type="pres">
      <dgm:prSet presAssocID="{F95854CB-3F89-499A-B3BE-7CF215D82E51}" presName="thickLine" presStyleLbl="alignNode1" presStyleIdx="1" presStyleCnt="3"/>
      <dgm:spPr/>
    </dgm:pt>
    <dgm:pt modelId="{23DD437C-7EF0-44A0-8DC1-AE6305A42BFE}" type="pres">
      <dgm:prSet presAssocID="{F95854CB-3F89-499A-B3BE-7CF215D82E51}" presName="horz1" presStyleCnt="0"/>
      <dgm:spPr/>
    </dgm:pt>
    <dgm:pt modelId="{22E15DDE-C752-4A0D-9224-2DEE88BBD796}" type="pres">
      <dgm:prSet presAssocID="{F95854CB-3F89-499A-B3BE-7CF215D82E51}" presName="tx1" presStyleLbl="revTx" presStyleIdx="1" presStyleCnt="3"/>
      <dgm:spPr/>
    </dgm:pt>
    <dgm:pt modelId="{939C6AB8-015C-46F6-A841-11B86EAAF2FC}" type="pres">
      <dgm:prSet presAssocID="{F95854CB-3F89-499A-B3BE-7CF215D82E51}" presName="vert1" presStyleCnt="0"/>
      <dgm:spPr/>
    </dgm:pt>
    <dgm:pt modelId="{F623F82F-A390-4FF0-9239-68EEEA1B5C94}" type="pres">
      <dgm:prSet presAssocID="{34FC3AA0-FB75-4D3B-A645-568B91F0EBEF}" presName="thickLine" presStyleLbl="alignNode1" presStyleIdx="2" presStyleCnt="3"/>
      <dgm:spPr/>
    </dgm:pt>
    <dgm:pt modelId="{B8458305-8632-4F55-B172-E9AF24525BD1}" type="pres">
      <dgm:prSet presAssocID="{34FC3AA0-FB75-4D3B-A645-568B91F0EBEF}" presName="horz1" presStyleCnt="0"/>
      <dgm:spPr/>
    </dgm:pt>
    <dgm:pt modelId="{BD44B6DF-6BB6-45A0-8428-492CEC5F923E}" type="pres">
      <dgm:prSet presAssocID="{34FC3AA0-FB75-4D3B-A645-568B91F0EBEF}" presName="tx1" presStyleLbl="revTx" presStyleIdx="2" presStyleCnt="3"/>
      <dgm:spPr/>
    </dgm:pt>
    <dgm:pt modelId="{BFBD58AB-69FE-40EF-A90E-8BCA6F71FBC1}" type="pres">
      <dgm:prSet presAssocID="{34FC3AA0-FB75-4D3B-A645-568B91F0EBEF}" presName="vert1" presStyleCnt="0"/>
      <dgm:spPr/>
    </dgm:pt>
  </dgm:ptLst>
  <dgm:cxnLst>
    <dgm:cxn modelId="{FA84980E-B7CA-4EAC-B19D-94483D0D5403}" srcId="{C4E52188-34B0-40BE-98F9-8F00AC9D3E88}" destId="{34FC3AA0-FB75-4D3B-A645-568B91F0EBEF}" srcOrd="2" destOrd="0" parTransId="{0E99BB35-E693-4CE8-B92A-DC40B231D194}" sibTransId="{E69DF360-1B5B-40D1-98DD-D25C2B3821B3}"/>
    <dgm:cxn modelId="{2C9E7552-1031-470E-AE6F-564074FA4F16}" srcId="{C4E52188-34B0-40BE-98F9-8F00AC9D3E88}" destId="{F95854CB-3F89-499A-B3BE-7CF215D82E51}" srcOrd="1" destOrd="0" parTransId="{3CD56E2B-2794-4DC5-9FB7-CA93C4C08BF8}" sibTransId="{3D6B35ED-8EC6-4045-A30A-E30B2A25E99D}"/>
    <dgm:cxn modelId="{133B45BD-10A9-4B9A-9FF9-8933BB0C0C24}" type="presOf" srcId="{3D50651E-4236-4438-AE32-C94DF89033D1}" destId="{F74A143F-4327-4DE9-8700-AF6789B7BA42}" srcOrd="0" destOrd="0" presId="urn:microsoft.com/office/officeart/2008/layout/LinedList"/>
    <dgm:cxn modelId="{08AB40C2-B5E5-4FED-935D-C99993231FEB}" type="presOf" srcId="{F95854CB-3F89-499A-B3BE-7CF215D82E51}" destId="{22E15DDE-C752-4A0D-9224-2DEE88BBD796}" srcOrd="0" destOrd="0" presId="urn:microsoft.com/office/officeart/2008/layout/LinedList"/>
    <dgm:cxn modelId="{31F622C9-7C7F-4741-A951-8C55729E0CC8}" type="presOf" srcId="{34FC3AA0-FB75-4D3B-A645-568B91F0EBEF}" destId="{BD44B6DF-6BB6-45A0-8428-492CEC5F923E}" srcOrd="0" destOrd="0" presId="urn:microsoft.com/office/officeart/2008/layout/LinedList"/>
    <dgm:cxn modelId="{4D0A09D6-7902-41CD-9E93-89EE9F5794EB}" type="presOf" srcId="{C4E52188-34B0-40BE-98F9-8F00AC9D3E88}" destId="{3A810AC5-AAB9-4B25-A25F-9C7BF8B1CB58}" srcOrd="0" destOrd="0" presId="urn:microsoft.com/office/officeart/2008/layout/LinedList"/>
    <dgm:cxn modelId="{1A4C73D8-70FB-4FB4-B93F-35F3956F5673}" srcId="{C4E52188-34B0-40BE-98F9-8F00AC9D3E88}" destId="{3D50651E-4236-4438-AE32-C94DF89033D1}" srcOrd="0" destOrd="0" parTransId="{75AB8599-D918-44D4-9D47-E60748E7C83B}" sibTransId="{1F5E8FBC-2741-4989-9F25-D8AF3F201A1B}"/>
    <dgm:cxn modelId="{D1D77C3F-6EBB-449B-A4E8-0ECCDF409560}" type="presParOf" srcId="{3A810AC5-AAB9-4B25-A25F-9C7BF8B1CB58}" destId="{829DC326-028C-40D2-A4BC-5B12285407A1}" srcOrd="0" destOrd="0" presId="urn:microsoft.com/office/officeart/2008/layout/LinedList"/>
    <dgm:cxn modelId="{34BD0E21-9369-4E1E-BE3C-D2F7B9E457D2}" type="presParOf" srcId="{3A810AC5-AAB9-4B25-A25F-9C7BF8B1CB58}" destId="{C4C84DF4-4F71-428C-99AA-ABF6C5BF4F2B}" srcOrd="1" destOrd="0" presId="urn:microsoft.com/office/officeart/2008/layout/LinedList"/>
    <dgm:cxn modelId="{C8ECA5B3-12C0-405D-B997-4C3FC2209E89}" type="presParOf" srcId="{C4C84DF4-4F71-428C-99AA-ABF6C5BF4F2B}" destId="{F74A143F-4327-4DE9-8700-AF6789B7BA42}" srcOrd="0" destOrd="0" presId="urn:microsoft.com/office/officeart/2008/layout/LinedList"/>
    <dgm:cxn modelId="{4034E3FD-01DE-44C4-8349-0E05F2663E94}" type="presParOf" srcId="{C4C84DF4-4F71-428C-99AA-ABF6C5BF4F2B}" destId="{D527A216-5FF4-4AEC-9F3D-9A288BA0AE38}" srcOrd="1" destOrd="0" presId="urn:microsoft.com/office/officeart/2008/layout/LinedList"/>
    <dgm:cxn modelId="{BC54FB57-2C98-4707-AB17-2BD5F69D0D29}" type="presParOf" srcId="{3A810AC5-AAB9-4B25-A25F-9C7BF8B1CB58}" destId="{D33032B2-277B-475F-901A-291DE90D9A13}" srcOrd="2" destOrd="0" presId="urn:microsoft.com/office/officeart/2008/layout/LinedList"/>
    <dgm:cxn modelId="{A6502BBB-B502-499F-84E8-664BCBF20B26}" type="presParOf" srcId="{3A810AC5-AAB9-4B25-A25F-9C7BF8B1CB58}" destId="{23DD437C-7EF0-44A0-8DC1-AE6305A42BFE}" srcOrd="3" destOrd="0" presId="urn:microsoft.com/office/officeart/2008/layout/LinedList"/>
    <dgm:cxn modelId="{1CC3C57D-D1E5-4D34-BF96-D7A52139DDCD}" type="presParOf" srcId="{23DD437C-7EF0-44A0-8DC1-AE6305A42BFE}" destId="{22E15DDE-C752-4A0D-9224-2DEE88BBD796}" srcOrd="0" destOrd="0" presId="urn:microsoft.com/office/officeart/2008/layout/LinedList"/>
    <dgm:cxn modelId="{6EF906FC-3A7C-4E3F-BEAF-7CD5135736CB}" type="presParOf" srcId="{23DD437C-7EF0-44A0-8DC1-AE6305A42BFE}" destId="{939C6AB8-015C-46F6-A841-11B86EAAF2FC}" srcOrd="1" destOrd="0" presId="urn:microsoft.com/office/officeart/2008/layout/LinedList"/>
    <dgm:cxn modelId="{2368C541-7736-4124-9F23-A04733C6EA68}" type="presParOf" srcId="{3A810AC5-AAB9-4B25-A25F-9C7BF8B1CB58}" destId="{F623F82F-A390-4FF0-9239-68EEEA1B5C94}" srcOrd="4" destOrd="0" presId="urn:microsoft.com/office/officeart/2008/layout/LinedList"/>
    <dgm:cxn modelId="{6CDA699E-7C28-4410-8410-B360145C2AFF}" type="presParOf" srcId="{3A810AC5-AAB9-4B25-A25F-9C7BF8B1CB58}" destId="{B8458305-8632-4F55-B172-E9AF24525BD1}" srcOrd="5" destOrd="0" presId="urn:microsoft.com/office/officeart/2008/layout/LinedList"/>
    <dgm:cxn modelId="{B1F7895C-1582-44FF-9184-FDEA0A01E4C9}" type="presParOf" srcId="{B8458305-8632-4F55-B172-E9AF24525BD1}" destId="{BD44B6DF-6BB6-45A0-8428-492CEC5F923E}" srcOrd="0" destOrd="0" presId="urn:microsoft.com/office/officeart/2008/layout/LinedList"/>
    <dgm:cxn modelId="{1D72AEBF-0376-4EBA-8113-9087F1E8F6D0}" type="presParOf" srcId="{B8458305-8632-4F55-B172-E9AF24525BD1}" destId="{BFBD58AB-69FE-40EF-A90E-8BCA6F71FB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3A92843-E5D4-4FF5-B381-DBA56AC1FA9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775F7C-2B4E-4C0B-BD5E-BC23C06EBCCD}">
      <dgm:prSet/>
      <dgm:spPr/>
      <dgm:t>
        <a:bodyPr/>
        <a:lstStyle/>
        <a:p>
          <a:r>
            <a:rPr lang="en-GB"/>
            <a:t>Multi-access networks can create two challenges for OSPF regarding the flooding of LSAs:</a:t>
          </a:r>
          <a:endParaRPr lang="en-US"/>
        </a:p>
      </dgm:t>
    </dgm:pt>
    <dgm:pt modelId="{7BACE3D5-DB02-4249-9231-2C6F6C6F5908}" type="parTrans" cxnId="{F6EFC2A8-CE75-4CF3-9690-1156CECE1A96}">
      <dgm:prSet/>
      <dgm:spPr/>
      <dgm:t>
        <a:bodyPr/>
        <a:lstStyle/>
        <a:p>
          <a:endParaRPr lang="en-US"/>
        </a:p>
      </dgm:t>
    </dgm:pt>
    <dgm:pt modelId="{C11E139B-37EC-49E7-A400-B06534FF9783}" type="sibTrans" cxnId="{F6EFC2A8-CE75-4CF3-9690-1156CECE1A96}">
      <dgm:prSet/>
      <dgm:spPr/>
      <dgm:t>
        <a:bodyPr/>
        <a:lstStyle/>
        <a:p>
          <a:endParaRPr lang="en-US"/>
        </a:p>
      </dgm:t>
    </dgm:pt>
    <dgm:pt modelId="{B19C4D04-2F9B-4C14-8077-890CC4A065EE}">
      <dgm:prSet/>
      <dgm:spPr/>
      <dgm:t>
        <a:bodyPr/>
        <a:lstStyle/>
        <a:p>
          <a:r>
            <a:rPr lang="en-GB" b="1"/>
            <a:t>Creation of multiple adjacencies</a:t>
          </a:r>
          <a:endParaRPr lang="en-US"/>
        </a:p>
      </dgm:t>
    </dgm:pt>
    <dgm:pt modelId="{C2A7032C-7847-4944-9893-0EC813B13031}" type="parTrans" cxnId="{EF05CA6E-15B6-4EBF-B1BA-572BBFFF1CCC}">
      <dgm:prSet/>
      <dgm:spPr/>
      <dgm:t>
        <a:bodyPr/>
        <a:lstStyle/>
        <a:p>
          <a:endParaRPr lang="en-US"/>
        </a:p>
      </dgm:t>
    </dgm:pt>
    <dgm:pt modelId="{97FA5852-FB1B-4584-8614-FB629BF66ECF}" type="sibTrans" cxnId="{EF05CA6E-15B6-4EBF-B1BA-572BBFFF1CCC}">
      <dgm:prSet/>
      <dgm:spPr/>
      <dgm:t>
        <a:bodyPr/>
        <a:lstStyle/>
        <a:p>
          <a:endParaRPr lang="en-US"/>
        </a:p>
      </dgm:t>
    </dgm:pt>
    <dgm:pt modelId="{853D8F48-2B4D-4C52-9BCB-27233CC9F317}">
      <dgm:prSet/>
      <dgm:spPr/>
      <dgm:t>
        <a:bodyPr/>
        <a:lstStyle/>
        <a:p>
          <a:r>
            <a:rPr lang="en-GB" b="1"/>
            <a:t>Extensive flooding of LSAs</a:t>
          </a:r>
          <a:endParaRPr lang="en-US"/>
        </a:p>
      </dgm:t>
    </dgm:pt>
    <dgm:pt modelId="{598E4684-EBA2-45B5-AB56-40B64D66095F}" type="parTrans" cxnId="{701D7DBD-FC2A-4602-AD1D-DCE2432218A5}">
      <dgm:prSet/>
      <dgm:spPr/>
      <dgm:t>
        <a:bodyPr/>
        <a:lstStyle/>
        <a:p>
          <a:endParaRPr lang="en-US"/>
        </a:p>
      </dgm:t>
    </dgm:pt>
    <dgm:pt modelId="{68A0C3E6-3258-4DE2-A3DF-BE7027E8343A}" type="sibTrans" cxnId="{701D7DBD-FC2A-4602-AD1D-DCE2432218A5}">
      <dgm:prSet/>
      <dgm:spPr/>
      <dgm:t>
        <a:bodyPr/>
        <a:lstStyle/>
        <a:p>
          <a:endParaRPr lang="en-US"/>
        </a:p>
      </dgm:t>
    </dgm:pt>
    <dgm:pt modelId="{5A4ED3F2-0287-41E3-9327-466EDAE10BD8}" type="pres">
      <dgm:prSet presAssocID="{03A92843-E5D4-4FF5-B381-DBA56AC1FA93}" presName="vert0" presStyleCnt="0">
        <dgm:presLayoutVars>
          <dgm:dir/>
          <dgm:animOne val="branch"/>
          <dgm:animLvl val="lvl"/>
        </dgm:presLayoutVars>
      </dgm:prSet>
      <dgm:spPr/>
    </dgm:pt>
    <dgm:pt modelId="{6C150C2E-963B-49E2-B1F7-BB69D58D081F}" type="pres">
      <dgm:prSet presAssocID="{38775F7C-2B4E-4C0B-BD5E-BC23C06EBCCD}" presName="thickLine" presStyleLbl="alignNode1" presStyleIdx="0" presStyleCnt="3"/>
      <dgm:spPr/>
    </dgm:pt>
    <dgm:pt modelId="{315C5FA9-25E2-43B9-841E-07B4EBB2B041}" type="pres">
      <dgm:prSet presAssocID="{38775F7C-2B4E-4C0B-BD5E-BC23C06EBCCD}" presName="horz1" presStyleCnt="0"/>
      <dgm:spPr/>
    </dgm:pt>
    <dgm:pt modelId="{8F0E7BEF-C158-46C7-8780-B0CB0DE640EF}" type="pres">
      <dgm:prSet presAssocID="{38775F7C-2B4E-4C0B-BD5E-BC23C06EBCCD}" presName="tx1" presStyleLbl="revTx" presStyleIdx="0" presStyleCnt="3"/>
      <dgm:spPr/>
    </dgm:pt>
    <dgm:pt modelId="{64A60521-2D3A-4670-9ECB-31449891E022}" type="pres">
      <dgm:prSet presAssocID="{38775F7C-2B4E-4C0B-BD5E-BC23C06EBCCD}" presName="vert1" presStyleCnt="0"/>
      <dgm:spPr/>
    </dgm:pt>
    <dgm:pt modelId="{EC5EC23B-6C94-4B5B-B94D-FA66AF76FF4E}" type="pres">
      <dgm:prSet presAssocID="{B19C4D04-2F9B-4C14-8077-890CC4A065EE}" presName="thickLine" presStyleLbl="alignNode1" presStyleIdx="1" presStyleCnt="3"/>
      <dgm:spPr/>
    </dgm:pt>
    <dgm:pt modelId="{1BBEEE54-4885-4CC1-827D-F2AA442CC032}" type="pres">
      <dgm:prSet presAssocID="{B19C4D04-2F9B-4C14-8077-890CC4A065EE}" presName="horz1" presStyleCnt="0"/>
      <dgm:spPr/>
    </dgm:pt>
    <dgm:pt modelId="{17243D38-67B6-4642-88D0-F3837F492E31}" type="pres">
      <dgm:prSet presAssocID="{B19C4D04-2F9B-4C14-8077-890CC4A065EE}" presName="tx1" presStyleLbl="revTx" presStyleIdx="1" presStyleCnt="3"/>
      <dgm:spPr/>
    </dgm:pt>
    <dgm:pt modelId="{F8BED09F-768F-46AC-8424-944A365BE6BA}" type="pres">
      <dgm:prSet presAssocID="{B19C4D04-2F9B-4C14-8077-890CC4A065EE}" presName="vert1" presStyleCnt="0"/>
      <dgm:spPr/>
    </dgm:pt>
    <dgm:pt modelId="{56B38CF9-209F-44E9-AE36-C1FC26999CB8}" type="pres">
      <dgm:prSet presAssocID="{853D8F48-2B4D-4C52-9BCB-27233CC9F317}" presName="thickLine" presStyleLbl="alignNode1" presStyleIdx="2" presStyleCnt="3"/>
      <dgm:spPr/>
    </dgm:pt>
    <dgm:pt modelId="{93BC311C-8F11-458A-8633-55D29E10596C}" type="pres">
      <dgm:prSet presAssocID="{853D8F48-2B4D-4C52-9BCB-27233CC9F317}" presName="horz1" presStyleCnt="0"/>
      <dgm:spPr/>
    </dgm:pt>
    <dgm:pt modelId="{0B3E1A43-7CC4-4AA4-9284-C20B949A0DCB}" type="pres">
      <dgm:prSet presAssocID="{853D8F48-2B4D-4C52-9BCB-27233CC9F317}" presName="tx1" presStyleLbl="revTx" presStyleIdx="2" presStyleCnt="3"/>
      <dgm:spPr/>
    </dgm:pt>
    <dgm:pt modelId="{970EA8E8-F1CE-4FA8-9B7C-D2798C0983E0}" type="pres">
      <dgm:prSet presAssocID="{853D8F48-2B4D-4C52-9BCB-27233CC9F317}" presName="vert1" presStyleCnt="0"/>
      <dgm:spPr/>
    </dgm:pt>
  </dgm:ptLst>
  <dgm:cxnLst>
    <dgm:cxn modelId="{55DCF32B-3EB0-48D5-B99E-0111D3875D03}" type="presOf" srcId="{38775F7C-2B4E-4C0B-BD5E-BC23C06EBCCD}" destId="{8F0E7BEF-C158-46C7-8780-B0CB0DE640EF}" srcOrd="0" destOrd="0" presId="urn:microsoft.com/office/officeart/2008/layout/LinedList"/>
    <dgm:cxn modelId="{EF05CA6E-15B6-4EBF-B1BA-572BBFFF1CCC}" srcId="{03A92843-E5D4-4FF5-B381-DBA56AC1FA93}" destId="{B19C4D04-2F9B-4C14-8077-890CC4A065EE}" srcOrd="1" destOrd="0" parTransId="{C2A7032C-7847-4944-9893-0EC813B13031}" sibTransId="{97FA5852-FB1B-4584-8614-FB629BF66ECF}"/>
    <dgm:cxn modelId="{454ADD71-9426-4DA9-81D2-1F353DC89296}" type="presOf" srcId="{03A92843-E5D4-4FF5-B381-DBA56AC1FA93}" destId="{5A4ED3F2-0287-41E3-9327-466EDAE10BD8}" srcOrd="0" destOrd="0" presId="urn:microsoft.com/office/officeart/2008/layout/LinedList"/>
    <dgm:cxn modelId="{D784378A-9F45-46BA-86D7-2AEC4FBD0674}" type="presOf" srcId="{B19C4D04-2F9B-4C14-8077-890CC4A065EE}" destId="{17243D38-67B6-4642-88D0-F3837F492E31}" srcOrd="0" destOrd="0" presId="urn:microsoft.com/office/officeart/2008/layout/LinedList"/>
    <dgm:cxn modelId="{F6EFC2A8-CE75-4CF3-9690-1156CECE1A96}" srcId="{03A92843-E5D4-4FF5-B381-DBA56AC1FA93}" destId="{38775F7C-2B4E-4C0B-BD5E-BC23C06EBCCD}" srcOrd="0" destOrd="0" parTransId="{7BACE3D5-DB02-4249-9231-2C6F6C6F5908}" sibTransId="{C11E139B-37EC-49E7-A400-B06534FF9783}"/>
    <dgm:cxn modelId="{3F3C68B8-38F3-4131-A35C-205D565A0003}" type="presOf" srcId="{853D8F48-2B4D-4C52-9BCB-27233CC9F317}" destId="{0B3E1A43-7CC4-4AA4-9284-C20B949A0DCB}" srcOrd="0" destOrd="0" presId="urn:microsoft.com/office/officeart/2008/layout/LinedList"/>
    <dgm:cxn modelId="{701D7DBD-FC2A-4602-AD1D-DCE2432218A5}" srcId="{03A92843-E5D4-4FF5-B381-DBA56AC1FA93}" destId="{853D8F48-2B4D-4C52-9BCB-27233CC9F317}" srcOrd="2" destOrd="0" parTransId="{598E4684-EBA2-45B5-AB56-40B64D66095F}" sibTransId="{68A0C3E6-3258-4DE2-A3DF-BE7027E8343A}"/>
    <dgm:cxn modelId="{948313F2-C54E-4A75-9789-F4EEA08B373E}" type="presParOf" srcId="{5A4ED3F2-0287-41E3-9327-466EDAE10BD8}" destId="{6C150C2E-963B-49E2-B1F7-BB69D58D081F}" srcOrd="0" destOrd="0" presId="urn:microsoft.com/office/officeart/2008/layout/LinedList"/>
    <dgm:cxn modelId="{F0855607-4869-4FB6-B3AB-F03C5247A332}" type="presParOf" srcId="{5A4ED3F2-0287-41E3-9327-466EDAE10BD8}" destId="{315C5FA9-25E2-43B9-841E-07B4EBB2B041}" srcOrd="1" destOrd="0" presId="urn:microsoft.com/office/officeart/2008/layout/LinedList"/>
    <dgm:cxn modelId="{CFDC272A-BD0C-43F9-9450-36447FD6B121}" type="presParOf" srcId="{315C5FA9-25E2-43B9-841E-07B4EBB2B041}" destId="{8F0E7BEF-C158-46C7-8780-B0CB0DE640EF}" srcOrd="0" destOrd="0" presId="urn:microsoft.com/office/officeart/2008/layout/LinedList"/>
    <dgm:cxn modelId="{32AE1186-C578-441C-BF71-7DF54848932C}" type="presParOf" srcId="{315C5FA9-25E2-43B9-841E-07B4EBB2B041}" destId="{64A60521-2D3A-4670-9ECB-31449891E022}" srcOrd="1" destOrd="0" presId="urn:microsoft.com/office/officeart/2008/layout/LinedList"/>
    <dgm:cxn modelId="{7FF8F6CE-115F-4F0D-822D-9DB6959FFDFA}" type="presParOf" srcId="{5A4ED3F2-0287-41E3-9327-466EDAE10BD8}" destId="{EC5EC23B-6C94-4B5B-B94D-FA66AF76FF4E}" srcOrd="2" destOrd="0" presId="urn:microsoft.com/office/officeart/2008/layout/LinedList"/>
    <dgm:cxn modelId="{374ADD51-7E22-4965-951D-879205386815}" type="presParOf" srcId="{5A4ED3F2-0287-41E3-9327-466EDAE10BD8}" destId="{1BBEEE54-4885-4CC1-827D-F2AA442CC032}" srcOrd="3" destOrd="0" presId="urn:microsoft.com/office/officeart/2008/layout/LinedList"/>
    <dgm:cxn modelId="{A2DF2486-5F30-4BC7-842D-902D75B3A56B}" type="presParOf" srcId="{1BBEEE54-4885-4CC1-827D-F2AA442CC032}" destId="{17243D38-67B6-4642-88D0-F3837F492E31}" srcOrd="0" destOrd="0" presId="urn:microsoft.com/office/officeart/2008/layout/LinedList"/>
    <dgm:cxn modelId="{18C6A61F-36E2-40EC-BE89-23E5AA7D1597}" type="presParOf" srcId="{1BBEEE54-4885-4CC1-827D-F2AA442CC032}" destId="{F8BED09F-768F-46AC-8424-944A365BE6BA}" srcOrd="1" destOrd="0" presId="urn:microsoft.com/office/officeart/2008/layout/LinedList"/>
    <dgm:cxn modelId="{FA223CBC-E927-4C26-979F-F5D4C363991C}" type="presParOf" srcId="{5A4ED3F2-0287-41E3-9327-466EDAE10BD8}" destId="{56B38CF9-209F-44E9-AE36-C1FC26999CB8}" srcOrd="4" destOrd="0" presId="urn:microsoft.com/office/officeart/2008/layout/LinedList"/>
    <dgm:cxn modelId="{01BBC0BB-9018-4ADB-80D3-94F3F062613E}" type="presParOf" srcId="{5A4ED3F2-0287-41E3-9327-466EDAE10BD8}" destId="{93BC311C-8F11-458A-8633-55D29E10596C}" srcOrd="5" destOrd="0" presId="urn:microsoft.com/office/officeart/2008/layout/LinedList"/>
    <dgm:cxn modelId="{7786D147-828D-4C54-A6AE-F55DA6AA1567}" type="presParOf" srcId="{93BC311C-8F11-458A-8633-55D29E10596C}" destId="{0B3E1A43-7CC4-4AA4-9284-C20B949A0DCB}" srcOrd="0" destOrd="0" presId="urn:microsoft.com/office/officeart/2008/layout/LinedList"/>
    <dgm:cxn modelId="{A484D710-9309-4C62-8818-4FD473C1A286}" type="presParOf" srcId="{93BC311C-8F11-458A-8633-55D29E10596C}" destId="{970EA8E8-F1CE-4FA8-9B7C-D2798C0983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D264D8A-117C-442A-AFA7-152CA9A2D25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212019-C9C3-4A15-A6E4-DC87DF911C4E}">
      <dgm:prSet/>
      <dgm:spPr/>
      <dgm:t>
        <a:bodyPr/>
        <a:lstStyle/>
        <a:p>
          <a:r>
            <a:rPr lang="en-GB"/>
            <a:t>Ethernet networks could potentially interconnect many OSPF routers over a common link. </a:t>
          </a:r>
          <a:endParaRPr lang="en-US"/>
        </a:p>
      </dgm:t>
    </dgm:pt>
    <dgm:pt modelId="{773058AD-43AC-4895-AB80-098F36183E6A}" type="parTrans" cxnId="{D04D5528-212A-4270-864E-7D4FC580D18F}">
      <dgm:prSet/>
      <dgm:spPr/>
      <dgm:t>
        <a:bodyPr/>
        <a:lstStyle/>
        <a:p>
          <a:endParaRPr lang="en-US"/>
        </a:p>
      </dgm:t>
    </dgm:pt>
    <dgm:pt modelId="{95A887C8-A131-45DB-AB7C-471F42D16556}" type="sibTrans" cxnId="{D04D5528-212A-4270-864E-7D4FC580D18F}">
      <dgm:prSet/>
      <dgm:spPr/>
      <dgm:t>
        <a:bodyPr/>
        <a:lstStyle/>
        <a:p>
          <a:endParaRPr lang="en-US"/>
        </a:p>
      </dgm:t>
    </dgm:pt>
    <dgm:pt modelId="{C97DD1EE-8543-4CFC-90C1-5D80050B9C64}">
      <dgm:prSet/>
      <dgm:spPr/>
      <dgm:t>
        <a:bodyPr/>
        <a:lstStyle/>
        <a:p>
          <a:r>
            <a:rPr lang="en-GB"/>
            <a:t>Creating adjacencies with every router is unnecessary and undesirable.</a:t>
          </a:r>
          <a:endParaRPr lang="en-US"/>
        </a:p>
      </dgm:t>
    </dgm:pt>
    <dgm:pt modelId="{EA380748-AA44-4B3A-BB68-8C868F0C6915}" type="parTrans" cxnId="{615EA9D7-B547-4CC9-961E-1D00EEEFC578}">
      <dgm:prSet/>
      <dgm:spPr/>
      <dgm:t>
        <a:bodyPr/>
        <a:lstStyle/>
        <a:p>
          <a:endParaRPr lang="en-US"/>
        </a:p>
      </dgm:t>
    </dgm:pt>
    <dgm:pt modelId="{E3D7963A-9E6D-4D8F-B17A-41151E037CE9}" type="sibTrans" cxnId="{615EA9D7-B547-4CC9-961E-1D00EEEFC578}">
      <dgm:prSet/>
      <dgm:spPr/>
      <dgm:t>
        <a:bodyPr/>
        <a:lstStyle/>
        <a:p>
          <a:endParaRPr lang="en-US"/>
        </a:p>
      </dgm:t>
    </dgm:pt>
    <dgm:pt modelId="{42AB7E24-2ED3-427D-A02E-F08DDD4AB615}">
      <dgm:prSet/>
      <dgm:spPr/>
      <dgm:t>
        <a:bodyPr/>
        <a:lstStyle/>
        <a:p>
          <a:r>
            <a:rPr lang="en-GB"/>
            <a:t>It would lead to an excessive number of LSAs exchanged between routers on the same network.</a:t>
          </a:r>
          <a:endParaRPr lang="en-US"/>
        </a:p>
      </dgm:t>
    </dgm:pt>
    <dgm:pt modelId="{87E4EBF9-EB2A-4EB0-8BA7-6D2F094691C6}" type="parTrans" cxnId="{6952EE6F-E1D9-4C7D-A9C1-EA07235386B6}">
      <dgm:prSet/>
      <dgm:spPr/>
      <dgm:t>
        <a:bodyPr/>
        <a:lstStyle/>
        <a:p>
          <a:endParaRPr lang="en-US"/>
        </a:p>
      </dgm:t>
    </dgm:pt>
    <dgm:pt modelId="{66BCEECC-635E-4309-9797-8D69B2BE7925}" type="sibTrans" cxnId="{6952EE6F-E1D9-4C7D-A9C1-EA07235386B6}">
      <dgm:prSet/>
      <dgm:spPr/>
      <dgm:t>
        <a:bodyPr/>
        <a:lstStyle/>
        <a:p>
          <a:endParaRPr lang="en-US"/>
        </a:p>
      </dgm:t>
    </dgm:pt>
    <dgm:pt modelId="{685AA52C-0778-4015-AC1F-1553D4A2B132}" type="pres">
      <dgm:prSet presAssocID="{3D264D8A-117C-442A-AFA7-152CA9A2D253}" presName="vert0" presStyleCnt="0">
        <dgm:presLayoutVars>
          <dgm:dir/>
          <dgm:animOne val="branch"/>
          <dgm:animLvl val="lvl"/>
        </dgm:presLayoutVars>
      </dgm:prSet>
      <dgm:spPr/>
    </dgm:pt>
    <dgm:pt modelId="{51CEE5BB-C73B-4D2E-B300-88A6EE9123AC}" type="pres">
      <dgm:prSet presAssocID="{29212019-C9C3-4A15-A6E4-DC87DF911C4E}" presName="thickLine" presStyleLbl="alignNode1" presStyleIdx="0" presStyleCnt="3"/>
      <dgm:spPr/>
    </dgm:pt>
    <dgm:pt modelId="{DE737FCE-0981-45F6-8D1E-E380428A3B94}" type="pres">
      <dgm:prSet presAssocID="{29212019-C9C3-4A15-A6E4-DC87DF911C4E}" presName="horz1" presStyleCnt="0"/>
      <dgm:spPr/>
    </dgm:pt>
    <dgm:pt modelId="{28383441-25AA-4F82-9A3D-04A3DA2B217C}" type="pres">
      <dgm:prSet presAssocID="{29212019-C9C3-4A15-A6E4-DC87DF911C4E}" presName="tx1" presStyleLbl="revTx" presStyleIdx="0" presStyleCnt="3"/>
      <dgm:spPr/>
    </dgm:pt>
    <dgm:pt modelId="{66AE687D-3B59-4EC0-B4C5-1B6957FA406F}" type="pres">
      <dgm:prSet presAssocID="{29212019-C9C3-4A15-A6E4-DC87DF911C4E}" presName="vert1" presStyleCnt="0"/>
      <dgm:spPr/>
    </dgm:pt>
    <dgm:pt modelId="{413095F3-A302-4D15-9027-9220DFF4EDB5}" type="pres">
      <dgm:prSet presAssocID="{C97DD1EE-8543-4CFC-90C1-5D80050B9C64}" presName="thickLine" presStyleLbl="alignNode1" presStyleIdx="1" presStyleCnt="3"/>
      <dgm:spPr/>
    </dgm:pt>
    <dgm:pt modelId="{B70C0F1B-0463-487B-B4D5-954EAF1C2177}" type="pres">
      <dgm:prSet presAssocID="{C97DD1EE-8543-4CFC-90C1-5D80050B9C64}" presName="horz1" presStyleCnt="0"/>
      <dgm:spPr/>
    </dgm:pt>
    <dgm:pt modelId="{ECCD9C2C-0F01-4277-93FE-8381A4357900}" type="pres">
      <dgm:prSet presAssocID="{C97DD1EE-8543-4CFC-90C1-5D80050B9C64}" presName="tx1" presStyleLbl="revTx" presStyleIdx="1" presStyleCnt="3"/>
      <dgm:spPr/>
    </dgm:pt>
    <dgm:pt modelId="{7B2CB6B6-BA1C-4026-9A90-E46151919038}" type="pres">
      <dgm:prSet presAssocID="{C97DD1EE-8543-4CFC-90C1-5D80050B9C64}" presName="vert1" presStyleCnt="0"/>
      <dgm:spPr/>
    </dgm:pt>
    <dgm:pt modelId="{91A1527E-0BEA-452E-B01B-F596699B423C}" type="pres">
      <dgm:prSet presAssocID="{42AB7E24-2ED3-427D-A02E-F08DDD4AB615}" presName="thickLine" presStyleLbl="alignNode1" presStyleIdx="2" presStyleCnt="3"/>
      <dgm:spPr/>
    </dgm:pt>
    <dgm:pt modelId="{1115F827-B8D0-4C8E-B201-737475A1D193}" type="pres">
      <dgm:prSet presAssocID="{42AB7E24-2ED3-427D-A02E-F08DDD4AB615}" presName="horz1" presStyleCnt="0"/>
      <dgm:spPr/>
    </dgm:pt>
    <dgm:pt modelId="{B221754C-778B-46A5-BF9B-2A1E3E8CE391}" type="pres">
      <dgm:prSet presAssocID="{42AB7E24-2ED3-427D-A02E-F08DDD4AB615}" presName="tx1" presStyleLbl="revTx" presStyleIdx="2" presStyleCnt="3"/>
      <dgm:spPr/>
    </dgm:pt>
    <dgm:pt modelId="{CECCA35B-2310-4FBE-9805-2C5E4C8EB66F}" type="pres">
      <dgm:prSet presAssocID="{42AB7E24-2ED3-427D-A02E-F08DDD4AB615}" presName="vert1" presStyleCnt="0"/>
      <dgm:spPr/>
    </dgm:pt>
  </dgm:ptLst>
  <dgm:cxnLst>
    <dgm:cxn modelId="{D04D5528-212A-4270-864E-7D4FC580D18F}" srcId="{3D264D8A-117C-442A-AFA7-152CA9A2D253}" destId="{29212019-C9C3-4A15-A6E4-DC87DF911C4E}" srcOrd="0" destOrd="0" parTransId="{773058AD-43AC-4895-AB80-098F36183E6A}" sibTransId="{95A887C8-A131-45DB-AB7C-471F42D16556}"/>
    <dgm:cxn modelId="{D7C07131-172F-4C28-A61D-E873D18564F1}" type="presOf" srcId="{3D264D8A-117C-442A-AFA7-152CA9A2D253}" destId="{685AA52C-0778-4015-AC1F-1553D4A2B132}" srcOrd="0" destOrd="0" presId="urn:microsoft.com/office/officeart/2008/layout/LinedList"/>
    <dgm:cxn modelId="{6952EE6F-E1D9-4C7D-A9C1-EA07235386B6}" srcId="{3D264D8A-117C-442A-AFA7-152CA9A2D253}" destId="{42AB7E24-2ED3-427D-A02E-F08DDD4AB615}" srcOrd="2" destOrd="0" parTransId="{87E4EBF9-EB2A-4EB0-8BA7-6D2F094691C6}" sibTransId="{66BCEECC-635E-4309-9797-8D69B2BE7925}"/>
    <dgm:cxn modelId="{EEF43795-2595-4F47-94B3-4AA9397D53B8}" type="presOf" srcId="{29212019-C9C3-4A15-A6E4-DC87DF911C4E}" destId="{28383441-25AA-4F82-9A3D-04A3DA2B217C}" srcOrd="0" destOrd="0" presId="urn:microsoft.com/office/officeart/2008/layout/LinedList"/>
    <dgm:cxn modelId="{97278298-44B3-4DEF-9CCA-F0E4E1D8D3D5}" type="presOf" srcId="{C97DD1EE-8543-4CFC-90C1-5D80050B9C64}" destId="{ECCD9C2C-0F01-4277-93FE-8381A4357900}" srcOrd="0" destOrd="0" presId="urn:microsoft.com/office/officeart/2008/layout/LinedList"/>
    <dgm:cxn modelId="{615EA9D7-B547-4CC9-961E-1D00EEEFC578}" srcId="{3D264D8A-117C-442A-AFA7-152CA9A2D253}" destId="{C97DD1EE-8543-4CFC-90C1-5D80050B9C64}" srcOrd="1" destOrd="0" parTransId="{EA380748-AA44-4B3A-BB68-8C868F0C6915}" sibTransId="{E3D7963A-9E6D-4D8F-B17A-41151E037CE9}"/>
    <dgm:cxn modelId="{6FF0F3DC-0C4E-46C1-B33B-D2105B11D149}" type="presOf" srcId="{42AB7E24-2ED3-427D-A02E-F08DDD4AB615}" destId="{B221754C-778B-46A5-BF9B-2A1E3E8CE391}" srcOrd="0" destOrd="0" presId="urn:microsoft.com/office/officeart/2008/layout/LinedList"/>
    <dgm:cxn modelId="{57693BB8-FB19-448F-BD92-EA2BC86A5442}" type="presParOf" srcId="{685AA52C-0778-4015-AC1F-1553D4A2B132}" destId="{51CEE5BB-C73B-4D2E-B300-88A6EE9123AC}" srcOrd="0" destOrd="0" presId="urn:microsoft.com/office/officeart/2008/layout/LinedList"/>
    <dgm:cxn modelId="{4EEBE515-4D85-4D2A-BA83-84A1DB2479D4}" type="presParOf" srcId="{685AA52C-0778-4015-AC1F-1553D4A2B132}" destId="{DE737FCE-0981-45F6-8D1E-E380428A3B94}" srcOrd="1" destOrd="0" presId="urn:microsoft.com/office/officeart/2008/layout/LinedList"/>
    <dgm:cxn modelId="{1CB02103-C64C-443D-B019-EC6664258FEA}" type="presParOf" srcId="{DE737FCE-0981-45F6-8D1E-E380428A3B94}" destId="{28383441-25AA-4F82-9A3D-04A3DA2B217C}" srcOrd="0" destOrd="0" presId="urn:microsoft.com/office/officeart/2008/layout/LinedList"/>
    <dgm:cxn modelId="{BE175E66-94A7-48BD-9353-991A1D121DAB}" type="presParOf" srcId="{DE737FCE-0981-45F6-8D1E-E380428A3B94}" destId="{66AE687D-3B59-4EC0-B4C5-1B6957FA406F}" srcOrd="1" destOrd="0" presId="urn:microsoft.com/office/officeart/2008/layout/LinedList"/>
    <dgm:cxn modelId="{F50170C6-221C-4B17-B842-1F926AF8D855}" type="presParOf" srcId="{685AA52C-0778-4015-AC1F-1553D4A2B132}" destId="{413095F3-A302-4D15-9027-9220DFF4EDB5}" srcOrd="2" destOrd="0" presId="urn:microsoft.com/office/officeart/2008/layout/LinedList"/>
    <dgm:cxn modelId="{B1E321D3-54FC-489F-9E14-C9DC2D69E433}" type="presParOf" srcId="{685AA52C-0778-4015-AC1F-1553D4A2B132}" destId="{B70C0F1B-0463-487B-B4D5-954EAF1C2177}" srcOrd="3" destOrd="0" presId="urn:microsoft.com/office/officeart/2008/layout/LinedList"/>
    <dgm:cxn modelId="{B90B9624-8619-49C1-8B66-13595138B9E2}" type="presParOf" srcId="{B70C0F1B-0463-487B-B4D5-954EAF1C2177}" destId="{ECCD9C2C-0F01-4277-93FE-8381A4357900}" srcOrd="0" destOrd="0" presId="urn:microsoft.com/office/officeart/2008/layout/LinedList"/>
    <dgm:cxn modelId="{CE5FFFF8-28B1-4F73-A5FA-3597E525E915}" type="presParOf" srcId="{B70C0F1B-0463-487B-B4D5-954EAF1C2177}" destId="{7B2CB6B6-BA1C-4026-9A90-E46151919038}" srcOrd="1" destOrd="0" presId="urn:microsoft.com/office/officeart/2008/layout/LinedList"/>
    <dgm:cxn modelId="{B1DB121F-687B-4179-BDD0-3E19FB376F6F}" type="presParOf" srcId="{685AA52C-0778-4015-AC1F-1553D4A2B132}" destId="{91A1527E-0BEA-452E-B01B-F596699B423C}" srcOrd="4" destOrd="0" presId="urn:microsoft.com/office/officeart/2008/layout/LinedList"/>
    <dgm:cxn modelId="{F214F620-7C4C-416D-BE76-567B1DA63A5D}" type="presParOf" srcId="{685AA52C-0778-4015-AC1F-1553D4A2B132}" destId="{1115F827-B8D0-4C8E-B201-737475A1D193}" srcOrd="5" destOrd="0" presId="urn:microsoft.com/office/officeart/2008/layout/LinedList"/>
    <dgm:cxn modelId="{AB45869F-4FFE-4EEA-A6DC-EA713824B663}" type="presParOf" srcId="{1115F827-B8D0-4C8E-B201-737475A1D193}" destId="{B221754C-778B-46A5-BF9B-2A1E3E8CE391}" srcOrd="0" destOrd="0" presId="urn:microsoft.com/office/officeart/2008/layout/LinedList"/>
    <dgm:cxn modelId="{AA0AD12D-2613-4539-8496-EB112CA2F2F4}" type="presParOf" srcId="{1115F827-B8D0-4C8E-B201-737475A1D193}" destId="{CECCA35B-2310-4FBE-9805-2C5E4C8EB6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8782B73-4BE2-4248-9521-CC60B3CD368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6F045B-7052-417F-8072-13654048A9EB}">
      <dgm:prSet/>
      <dgm:spPr/>
      <dgm:t>
        <a:bodyPr/>
        <a:lstStyle/>
        <a:p>
          <a:r>
            <a:rPr lang="en-GB" b="1"/>
            <a:t>Extensive flooding of LSAs </a:t>
          </a:r>
          <a:r>
            <a:rPr lang="en-GB"/>
            <a:t>- Link-state routers flood their LSAs any time OSPF is initialized, or when there is a change in the topology. </a:t>
          </a:r>
          <a:endParaRPr lang="en-US"/>
        </a:p>
      </dgm:t>
    </dgm:pt>
    <dgm:pt modelId="{2CF5B926-C3C0-461C-8A24-8D8FBD5448E2}" type="parTrans" cxnId="{9A5E9E00-028E-420B-B13C-E37D3DB3A82B}">
      <dgm:prSet/>
      <dgm:spPr/>
      <dgm:t>
        <a:bodyPr/>
        <a:lstStyle/>
        <a:p>
          <a:endParaRPr lang="en-US"/>
        </a:p>
      </dgm:t>
    </dgm:pt>
    <dgm:pt modelId="{C55FCD11-0AC0-4D83-B93D-4A23121C38E9}" type="sibTrans" cxnId="{9A5E9E00-028E-420B-B13C-E37D3DB3A82B}">
      <dgm:prSet/>
      <dgm:spPr/>
      <dgm:t>
        <a:bodyPr/>
        <a:lstStyle/>
        <a:p>
          <a:endParaRPr lang="en-US"/>
        </a:p>
      </dgm:t>
    </dgm:pt>
    <dgm:pt modelId="{1474A391-5917-4759-99AC-21F545160662}">
      <dgm:prSet/>
      <dgm:spPr/>
      <dgm:t>
        <a:bodyPr/>
        <a:lstStyle/>
        <a:p>
          <a:r>
            <a:rPr lang="en-GB"/>
            <a:t>This flooding can become excessive.</a:t>
          </a:r>
          <a:endParaRPr lang="en-US"/>
        </a:p>
      </dgm:t>
    </dgm:pt>
    <dgm:pt modelId="{A36D3501-26B5-4768-A091-77102F1060C5}" type="parTrans" cxnId="{BB5D3509-0542-4E37-9571-67C9DA8AE223}">
      <dgm:prSet/>
      <dgm:spPr/>
      <dgm:t>
        <a:bodyPr/>
        <a:lstStyle/>
        <a:p>
          <a:endParaRPr lang="en-US"/>
        </a:p>
      </dgm:t>
    </dgm:pt>
    <dgm:pt modelId="{55B3E724-EBEA-43AC-8F8C-B79392B92DD7}" type="sibTrans" cxnId="{BB5D3509-0542-4E37-9571-67C9DA8AE223}">
      <dgm:prSet/>
      <dgm:spPr/>
      <dgm:t>
        <a:bodyPr/>
        <a:lstStyle/>
        <a:p>
          <a:endParaRPr lang="en-US"/>
        </a:p>
      </dgm:t>
    </dgm:pt>
    <dgm:pt modelId="{4DC34BC3-F7A4-4586-BB2B-B18559A86264}" type="pres">
      <dgm:prSet presAssocID="{F8782B73-4BE2-4248-9521-CC60B3CD368E}" presName="vert0" presStyleCnt="0">
        <dgm:presLayoutVars>
          <dgm:dir/>
          <dgm:animOne val="branch"/>
          <dgm:animLvl val="lvl"/>
        </dgm:presLayoutVars>
      </dgm:prSet>
      <dgm:spPr/>
    </dgm:pt>
    <dgm:pt modelId="{52051088-2F04-4BDD-915B-9DB6C66D4190}" type="pres">
      <dgm:prSet presAssocID="{AF6F045B-7052-417F-8072-13654048A9EB}" presName="thickLine" presStyleLbl="alignNode1" presStyleIdx="0" presStyleCnt="2"/>
      <dgm:spPr/>
    </dgm:pt>
    <dgm:pt modelId="{3850C9B1-1748-4553-9014-294332BE495B}" type="pres">
      <dgm:prSet presAssocID="{AF6F045B-7052-417F-8072-13654048A9EB}" presName="horz1" presStyleCnt="0"/>
      <dgm:spPr/>
    </dgm:pt>
    <dgm:pt modelId="{55A67FC0-062F-4079-A686-FF826050455D}" type="pres">
      <dgm:prSet presAssocID="{AF6F045B-7052-417F-8072-13654048A9EB}" presName="tx1" presStyleLbl="revTx" presStyleIdx="0" presStyleCnt="2"/>
      <dgm:spPr/>
    </dgm:pt>
    <dgm:pt modelId="{5329108C-BF8B-4E05-A5EA-C44D8EDD1780}" type="pres">
      <dgm:prSet presAssocID="{AF6F045B-7052-417F-8072-13654048A9EB}" presName="vert1" presStyleCnt="0"/>
      <dgm:spPr/>
    </dgm:pt>
    <dgm:pt modelId="{4790AA20-0DC2-48D0-B7BF-162B354FE3FF}" type="pres">
      <dgm:prSet presAssocID="{1474A391-5917-4759-99AC-21F545160662}" presName="thickLine" presStyleLbl="alignNode1" presStyleIdx="1" presStyleCnt="2"/>
      <dgm:spPr/>
    </dgm:pt>
    <dgm:pt modelId="{1C81A12C-7699-40B5-A2C8-893D9486B515}" type="pres">
      <dgm:prSet presAssocID="{1474A391-5917-4759-99AC-21F545160662}" presName="horz1" presStyleCnt="0"/>
      <dgm:spPr/>
    </dgm:pt>
    <dgm:pt modelId="{703DD6F5-3793-4C16-8390-C62C9A79DEAB}" type="pres">
      <dgm:prSet presAssocID="{1474A391-5917-4759-99AC-21F545160662}" presName="tx1" presStyleLbl="revTx" presStyleIdx="1" presStyleCnt="2"/>
      <dgm:spPr/>
    </dgm:pt>
    <dgm:pt modelId="{5B5196C2-365B-4141-9CDD-DD8D3A165AD8}" type="pres">
      <dgm:prSet presAssocID="{1474A391-5917-4759-99AC-21F545160662}" presName="vert1" presStyleCnt="0"/>
      <dgm:spPr/>
    </dgm:pt>
  </dgm:ptLst>
  <dgm:cxnLst>
    <dgm:cxn modelId="{9A5E9E00-028E-420B-B13C-E37D3DB3A82B}" srcId="{F8782B73-4BE2-4248-9521-CC60B3CD368E}" destId="{AF6F045B-7052-417F-8072-13654048A9EB}" srcOrd="0" destOrd="0" parTransId="{2CF5B926-C3C0-461C-8A24-8D8FBD5448E2}" sibTransId="{C55FCD11-0AC0-4D83-B93D-4A23121C38E9}"/>
    <dgm:cxn modelId="{BB5D3509-0542-4E37-9571-67C9DA8AE223}" srcId="{F8782B73-4BE2-4248-9521-CC60B3CD368E}" destId="{1474A391-5917-4759-99AC-21F545160662}" srcOrd="1" destOrd="0" parTransId="{A36D3501-26B5-4768-A091-77102F1060C5}" sibTransId="{55B3E724-EBEA-43AC-8F8C-B79392B92DD7}"/>
    <dgm:cxn modelId="{940B553F-8310-4387-8FA9-3DA0BFE33ED2}" type="presOf" srcId="{F8782B73-4BE2-4248-9521-CC60B3CD368E}" destId="{4DC34BC3-F7A4-4586-BB2B-B18559A86264}" srcOrd="0" destOrd="0" presId="urn:microsoft.com/office/officeart/2008/layout/LinedList"/>
    <dgm:cxn modelId="{03EFCE71-FA89-4F76-9C5B-DC7B5D9825FD}" type="presOf" srcId="{1474A391-5917-4759-99AC-21F545160662}" destId="{703DD6F5-3793-4C16-8390-C62C9A79DEAB}" srcOrd="0" destOrd="0" presId="urn:microsoft.com/office/officeart/2008/layout/LinedList"/>
    <dgm:cxn modelId="{29EA0996-3191-4642-8C08-921EE41EA1D2}" type="presOf" srcId="{AF6F045B-7052-417F-8072-13654048A9EB}" destId="{55A67FC0-062F-4079-A686-FF826050455D}" srcOrd="0" destOrd="0" presId="urn:microsoft.com/office/officeart/2008/layout/LinedList"/>
    <dgm:cxn modelId="{0C027B53-CEEA-4DB7-9AD6-9D68E1822F9B}" type="presParOf" srcId="{4DC34BC3-F7A4-4586-BB2B-B18559A86264}" destId="{52051088-2F04-4BDD-915B-9DB6C66D4190}" srcOrd="0" destOrd="0" presId="urn:microsoft.com/office/officeart/2008/layout/LinedList"/>
    <dgm:cxn modelId="{68F3A22D-CCE2-4141-AA39-B4EDA93CB1BE}" type="presParOf" srcId="{4DC34BC3-F7A4-4586-BB2B-B18559A86264}" destId="{3850C9B1-1748-4553-9014-294332BE495B}" srcOrd="1" destOrd="0" presId="urn:microsoft.com/office/officeart/2008/layout/LinedList"/>
    <dgm:cxn modelId="{00AF62A1-15C2-4DB1-BB06-1FBD9ED2272C}" type="presParOf" srcId="{3850C9B1-1748-4553-9014-294332BE495B}" destId="{55A67FC0-062F-4079-A686-FF826050455D}" srcOrd="0" destOrd="0" presId="urn:microsoft.com/office/officeart/2008/layout/LinedList"/>
    <dgm:cxn modelId="{7C359D69-DBA8-44CC-B28B-00433414CA3A}" type="presParOf" srcId="{3850C9B1-1748-4553-9014-294332BE495B}" destId="{5329108C-BF8B-4E05-A5EA-C44D8EDD1780}" srcOrd="1" destOrd="0" presId="urn:microsoft.com/office/officeart/2008/layout/LinedList"/>
    <dgm:cxn modelId="{64006F63-B992-4813-B8DB-D3236C6878DB}" type="presParOf" srcId="{4DC34BC3-F7A4-4586-BB2B-B18559A86264}" destId="{4790AA20-0DC2-48D0-B7BF-162B354FE3FF}" srcOrd="2" destOrd="0" presId="urn:microsoft.com/office/officeart/2008/layout/LinedList"/>
    <dgm:cxn modelId="{74590425-8EB3-4E31-AA8A-87C535601844}" type="presParOf" srcId="{4DC34BC3-F7A4-4586-BB2B-B18559A86264}" destId="{1C81A12C-7699-40B5-A2C8-893D9486B515}" srcOrd="3" destOrd="0" presId="urn:microsoft.com/office/officeart/2008/layout/LinedList"/>
    <dgm:cxn modelId="{78B0D4AC-9788-4E05-80C7-2025D692D4CB}" type="presParOf" srcId="{1C81A12C-7699-40B5-A2C8-893D9486B515}" destId="{703DD6F5-3793-4C16-8390-C62C9A79DEAB}" srcOrd="0" destOrd="0" presId="urn:microsoft.com/office/officeart/2008/layout/LinedList"/>
    <dgm:cxn modelId="{A3FF5FEC-3A38-444A-8820-783025A74365}" type="presParOf" srcId="{1C81A12C-7699-40B5-A2C8-893D9486B515}" destId="{5B5196C2-365B-4141-9CDD-DD8D3A165A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ED44689-73B5-40CB-8206-8F55C2D42B6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D423D1-C65A-4722-B48D-AA8BD62E01C4}">
      <dgm:prSet/>
      <dgm:spPr/>
      <dgm:t>
        <a:bodyPr/>
        <a:lstStyle/>
        <a:p>
          <a:r>
            <a:rPr lang="en-IE"/>
            <a:t>Number of router =</a:t>
          </a:r>
          <a:endParaRPr lang="en-US"/>
        </a:p>
      </dgm:t>
    </dgm:pt>
    <dgm:pt modelId="{EEE301C6-9FE9-4F20-AAB6-14DCFA3ED438}" type="parTrans" cxnId="{BB563C8C-255A-4DCD-A5B4-071B53D074B2}">
      <dgm:prSet/>
      <dgm:spPr/>
      <dgm:t>
        <a:bodyPr/>
        <a:lstStyle/>
        <a:p>
          <a:endParaRPr lang="en-US"/>
        </a:p>
      </dgm:t>
    </dgm:pt>
    <dgm:pt modelId="{12AFE557-6466-4250-A0EE-5599ADCD3493}" type="sibTrans" cxnId="{BB563C8C-255A-4DCD-A5B4-071B53D074B2}">
      <dgm:prSet/>
      <dgm:spPr/>
      <dgm:t>
        <a:bodyPr/>
        <a:lstStyle/>
        <a:p>
          <a:endParaRPr lang="en-US"/>
        </a:p>
      </dgm:t>
    </dgm:pt>
    <dgm:pt modelId="{4FAA9EE5-F9B6-456D-9A48-77EFD4297F21}">
      <dgm:prSet/>
      <dgm:spPr/>
      <dgm:t>
        <a:bodyPr/>
        <a:lstStyle/>
        <a:p>
          <a:r>
            <a:rPr lang="en-IE"/>
            <a:t>10  = how many adjacencies?</a:t>
          </a:r>
          <a:endParaRPr lang="en-US"/>
        </a:p>
      </dgm:t>
    </dgm:pt>
    <dgm:pt modelId="{64F539E9-E11C-44F3-B7EE-38681FFCB84D}" type="parTrans" cxnId="{3237BEA3-9EA7-41E2-9CA5-254D3FCBD16C}">
      <dgm:prSet/>
      <dgm:spPr/>
      <dgm:t>
        <a:bodyPr/>
        <a:lstStyle/>
        <a:p>
          <a:endParaRPr lang="en-US"/>
        </a:p>
      </dgm:t>
    </dgm:pt>
    <dgm:pt modelId="{943E8D20-08B5-45DF-A512-0D38FE5BAF2D}" type="sibTrans" cxnId="{3237BEA3-9EA7-41E2-9CA5-254D3FCBD16C}">
      <dgm:prSet/>
      <dgm:spPr/>
      <dgm:t>
        <a:bodyPr/>
        <a:lstStyle/>
        <a:p>
          <a:endParaRPr lang="en-US"/>
        </a:p>
      </dgm:t>
    </dgm:pt>
    <dgm:pt modelId="{90C5B5CF-8764-43DB-BFF9-007693D18EEE}">
      <dgm:prSet/>
      <dgm:spPr/>
      <dgm:t>
        <a:bodyPr/>
        <a:lstStyle/>
        <a:p>
          <a:r>
            <a:rPr lang="en-IE"/>
            <a:t>20 = how many adjacencies?</a:t>
          </a:r>
          <a:endParaRPr lang="en-US"/>
        </a:p>
      </dgm:t>
    </dgm:pt>
    <dgm:pt modelId="{192DA97C-70B9-4487-89B5-1EEFA5247691}" type="parTrans" cxnId="{B3E04B07-A35C-4872-BD03-D40130E734CD}">
      <dgm:prSet/>
      <dgm:spPr/>
      <dgm:t>
        <a:bodyPr/>
        <a:lstStyle/>
        <a:p>
          <a:endParaRPr lang="en-US"/>
        </a:p>
      </dgm:t>
    </dgm:pt>
    <dgm:pt modelId="{27182D5F-2C24-4229-BB7F-BE752F49DEE1}" type="sibTrans" cxnId="{B3E04B07-A35C-4872-BD03-D40130E734CD}">
      <dgm:prSet/>
      <dgm:spPr/>
      <dgm:t>
        <a:bodyPr/>
        <a:lstStyle/>
        <a:p>
          <a:endParaRPr lang="en-US"/>
        </a:p>
      </dgm:t>
    </dgm:pt>
    <dgm:pt modelId="{17C46D3D-3E67-4800-90FD-4B424D6814A6}">
      <dgm:prSet/>
      <dgm:spPr/>
      <dgm:t>
        <a:bodyPr/>
        <a:lstStyle/>
        <a:p>
          <a:r>
            <a:rPr lang="en-IE"/>
            <a:t>100 = how many adjacencies?</a:t>
          </a:r>
          <a:endParaRPr lang="en-US"/>
        </a:p>
      </dgm:t>
    </dgm:pt>
    <dgm:pt modelId="{F96934C6-BB37-4889-A0B7-5BA7082861E4}" type="parTrans" cxnId="{BF30BEC3-77C3-492E-872F-02C94CE47689}">
      <dgm:prSet/>
      <dgm:spPr/>
      <dgm:t>
        <a:bodyPr/>
        <a:lstStyle/>
        <a:p>
          <a:endParaRPr lang="en-US"/>
        </a:p>
      </dgm:t>
    </dgm:pt>
    <dgm:pt modelId="{A2E8D5E1-538A-4155-ABF8-F64D458B4194}" type="sibTrans" cxnId="{BF30BEC3-77C3-492E-872F-02C94CE47689}">
      <dgm:prSet/>
      <dgm:spPr/>
      <dgm:t>
        <a:bodyPr/>
        <a:lstStyle/>
        <a:p>
          <a:endParaRPr lang="en-US"/>
        </a:p>
      </dgm:t>
    </dgm:pt>
    <dgm:pt modelId="{0AF65CCD-FAA6-4EE7-895D-0ED4C7608C2B}" type="pres">
      <dgm:prSet presAssocID="{8ED44689-73B5-40CB-8206-8F55C2D42B66}" presName="linear" presStyleCnt="0">
        <dgm:presLayoutVars>
          <dgm:animLvl val="lvl"/>
          <dgm:resizeHandles val="exact"/>
        </dgm:presLayoutVars>
      </dgm:prSet>
      <dgm:spPr/>
    </dgm:pt>
    <dgm:pt modelId="{3802C999-B773-4DF3-89CB-5677B3B794E6}" type="pres">
      <dgm:prSet presAssocID="{76D423D1-C65A-4722-B48D-AA8BD62E01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832E2-75C5-48F9-AF3C-122B9579DA60}" type="pres">
      <dgm:prSet presAssocID="{12AFE557-6466-4250-A0EE-5599ADCD3493}" presName="spacer" presStyleCnt="0"/>
      <dgm:spPr/>
    </dgm:pt>
    <dgm:pt modelId="{ABA7E146-5BDD-418E-A769-9E847F7DFDC9}" type="pres">
      <dgm:prSet presAssocID="{4FAA9EE5-F9B6-456D-9A48-77EFD4297F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54F049-E8EF-453C-9C3A-F14D5624454F}" type="pres">
      <dgm:prSet presAssocID="{943E8D20-08B5-45DF-A512-0D38FE5BAF2D}" presName="spacer" presStyleCnt="0"/>
      <dgm:spPr/>
    </dgm:pt>
    <dgm:pt modelId="{DE8E0907-7734-4DAD-AA09-D8840FAD8D94}" type="pres">
      <dgm:prSet presAssocID="{90C5B5CF-8764-43DB-BFF9-007693D18E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5F11A4-4F97-411B-88C3-DCCAF5D265C9}" type="pres">
      <dgm:prSet presAssocID="{27182D5F-2C24-4229-BB7F-BE752F49DEE1}" presName="spacer" presStyleCnt="0"/>
      <dgm:spPr/>
    </dgm:pt>
    <dgm:pt modelId="{D57F346E-83A6-4B13-B053-8F4803BD136D}" type="pres">
      <dgm:prSet presAssocID="{17C46D3D-3E67-4800-90FD-4B424D6814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E04B07-A35C-4872-BD03-D40130E734CD}" srcId="{8ED44689-73B5-40CB-8206-8F55C2D42B66}" destId="{90C5B5CF-8764-43DB-BFF9-007693D18EEE}" srcOrd="2" destOrd="0" parTransId="{192DA97C-70B9-4487-89B5-1EEFA5247691}" sibTransId="{27182D5F-2C24-4229-BB7F-BE752F49DEE1}"/>
    <dgm:cxn modelId="{80510438-6E18-445B-B4F4-334D6A9D6E37}" type="presOf" srcId="{76D423D1-C65A-4722-B48D-AA8BD62E01C4}" destId="{3802C999-B773-4DF3-89CB-5677B3B794E6}" srcOrd="0" destOrd="0" presId="urn:microsoft.com/office/officeart/2005/8/layout/vList2"/>
    <dgm:cxn modelId="{5291C36C-9150-43E6-8359-B5F9B08D6771}" type="presOf" srcId="{17C46D3D-3E67-4800-90FD-4B424D6814A6}" destId="{D57F346E-83A6-4B13-B053-8F4803BD136D}" srcOrd="0" destOrd="0" presId="urn:microsoft.com/office/officeart/2005/8/layout/vList2"/>
    <dgm:cxn modelId="{BDB1A852-FDDB-4B11-BCA1-26DF8DF914B7}" type="presOf" srcId="{4FAA9EE5-F9B6-456D-9A48-77EFD4297F21}" destId="{ABA7E146-5BDD-418E-A769-9E847F7DFDC9}" srcOrd="0" destOrd="0" presId="urn:microsoft.com/office/officeart/2005/8/layout/vList2"/>
    <dgm:cxn modelId="{BEB79289-FE73-4E55-83CF-01FE8B8D1BAA}" type="presOf" srcId="{8ED44689-73B5-40CB-8206-8F55C2D42B66}" destId="{0AF65CCD-FAA6-4EE7-895D-0ED4C7608C2B}" srcOrd="0" destOrd="0" presId="urn:microsoft.com/office/officeart/2005/8/layout/vList2"/>
    <dgm:cxn modelId="{BB563C8C-255A-4DCD-A5B4-071B53D074B2}" srcId="{8ED44689-73B5-40CB-8206-8F55C2D42B66}" destId="{76D423D1-C65A-4722-B48D-AA8BD62E01C4}" srcOrd="0" destOrd="0" parTransId="{EEE301C6-9FE9-4F20-AAB6-14DCFA3ED438}" sibTransId="{12AFE557-6466-4250-A0EE-5599ADCD3493}"/>
    <dgm:cxn modelId="{3237BEA3-9EA7-41E2-9CA5-254D3FCBD16C}" srcId="{8ED44689-73B5-40CB-8206-8F55C2D42B66}" destId="{4FAA9EE5-F9B6-456D-9A48-77EFD4297F21}" srcOrd="1" destOrd="0" parTransId="{64F539E9-E11C-44F3-B7EE-38681FFCB84D}" sibTransId="{943E8D20-08B5-45DF-A512-0D38FE5BAF2D}"/>
    <dgm:cxn modelId="{BF30BEC3-77C3-492E-872F-02C94CE47689}" srcId="{8ED44689-73B5-40CB-8206-8F55C2D42B66}" destId="{17C46D3D-3E67-4800-90FD-4B424D6814A6}" srcOrd="3" destOrd="0" parTransId="{F96934C6-BB37-4889-A0B7-5BA7082861E4}" sibTransId="{A2E8D5E1-538A-4155-ABF8-F64D458B4194}"/>
    <dgm:cxn modelId="{02D254E4-9E10-422F-845F-B87B1A5C2785}" type="presOf" srcId="{90C5B5CF-8764-43DB-BFF9-007693D18EEE}" destId="{DE8E0907-7734-4DAD-AA09-D8840FAD8D94}" srcOrd="0" destOrd="0" presId="urn:microsoft.com/office/officeart/2005/8/layout/vList2"/>
    <dgm:cxn modelId="{30BB9CFF-40E6-4A0A-ACEC-B7B17363B8FB}" type="presParOf" srcId="{0AF65CCD-FAA6-4EE7-895D-0ED4C7608C2B}" destId="{3802C999-B773-4DF3-89CB-5677B3B794E6}" srcOrd="0" destOrd="0" presId="urn:microsoft.com/office/officeart/2005/8/layout/vList2"/>
    <dgm:cxn modelId="{DB7D99C7-653B-49C7-9862-C8B65F3EB6B1}" type="presParOf" srcId="{0AF65CCD-FAA6-4EE7-895D-0ED4C7608C2B}" destId="{D5A832E2-75C5-48F9-AF3C-122B9579DA60}" srcOrd="1" destOrd="0" presId="urn:microsoft.com/office/officeart/2005/8/layout/vList2"/>
    <dgm:cxn modelId="{7FAB9AA7-8C67-408B-9C98-972A31B88FF5}" type="presParOf" srcId="{0AF65CCD-FAA6-4EE7-895D-0ED4C7608C2B}" destId="{ABA7E146-5BDD-418E-A769-9E847F7DFDC9}" srcOrd="2" destOrd="0" presId="urn:microsoft.com/office/officeart/2005/8/layout/vList2"/>
    <dgm:cxn modelId="{74B60A27-0134-44F0-8EB3-6A401B230F31}" type="presParOf" srcId="{0AF65CCD-FAA6-4EE7-895D-0ED4C7608C2B}" destId="{6A54F049-E8EF-453C-9C3A-F14D5624454F}" srcOrd="3" destOrd="0" presId="urn:microsoft.com/office/officeart/2005/8/layout/vList2"/>
    <dgm:cxn modelId="{4386BA0C-8288-4BC5-A7BE-6237CDC4983B}" type="presParOf" srcId="{0AF65CCD-FAA6-4EE7-895D-0ED4C7608C2B}" destId="{DE8E0907-7734-4DAD-AA09-D8840FAD8D94}" srcOrd="4" destOrd="0" presId="urn:microsoft.com/office/officeart/2005/8/layout/vList2"/>
    <dgm:cxn modelId="{EE7F63FC-C229-42DD-ADD6-7222D1BF5406}" type="presParOf" srcId="{0AF65CCD-FAA6-4EE7-895D-0ED4C7608C2B}" destId="{C15F11A4-4F97-411B-88C3-DCCAF5D265C9}" srcOrd="5" destOrd="0" presId="urn:microsoft.com/office/officeart/2005/8/layout/vList2"/>
    <dgm:cxn modelId="{F487C510-C461-4E39-A1E5-0ECA71D1C0BE}" type="presParOf" srcId="{0AF65CCD-FAA6-4EE7-895D-0ED4C7608C2B}" destId="{D57F346E-83A6-4B13-B053-8F4803BD13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D22C33D-8915-4BDC-B7EB-AAA3A32C445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518FE1-4EF8-427E-AF02-F4BB4358018C}">
      <dgm:prSet/>
      <dgm:spPr/>
      <dgm:t>
        <a:bodyPr/>
        <a:lstStyle/>
        <a:p>
          <a:r>
            <a:rPr lang="en-IE"/>
            <a:t>The OSPF router ID is used to uniquely identify the router in the OSPF routing domain.</a:t>
          </a:r>
          <a:endParaRPr lang="en-US"/>
        </a:p>
      </dgm:t>
    </dgm:pt>
    <dgm:pt modelId="{AD929462-2D36-4C3B-A035-990B9F4AAE84}" type="parTrans" cxnId="{8506D2F0-5D6E-4236-B20A-AAB5EA28C912}">
      <dgm:prSet/>
      <dgm:spPr/>
      <dgm:t>
        <a:bodyPr/>
        <a:lstStyle/>
        <a:p>
          <a:endParaRPr lang="en-US"/>
        </a:p>
      </dgm:t>
    </dgm:pt>
    <dgm:pt modelId="{F79943D6-60AC-4E0F-95BE-B2AF424805E7}" type="sibTrans" cxnId="{8506D2F0-5D6E-4236-B20A-AAB5EA28C912}">
      <dgm:prSet/>
      <dgm:spPr/>
      <dgm:t>
        <a:bodyPr/>
        <a:lstStyle/>
        <a:p>
          <a:endParaRPr lang="en-US"/>
        </a:p>
      </dgm:t>
    </dgm:pt>
    <dgm:pt modelId="{45BC0CD9-0AE6-40AC-B199-23CB916027E9}">
      <dgm:prSet/>
      <dgm:spPr/>
      <dgm:t>
        <a:bodyPr/>
        <a:lstStyle/>
        <a:p>
          <a:r>
            <a:rPr lang="en-IE"/>
            <a:t>Cisco routers derive the router ID in one of three ways and with the following precedence: </a:t>
          </a:r>
          <a:endParaRPr lang="en-US"/>
        </a:p>
      </dgm:t>
    </dgm:pt>
    <dgm:pt modelId="{0AF7EA3E-5DE7-4A57-A3F9-CE38D5960FA6}" type="parTrans" cxnId="{565BFACB-133E-4AA2-A944-AB3B5DB81B30}">
      <dgm:prSet/>
      <dgm:spPr/>
      <dgm:t>
        <a:bodyPr/>
        <a:lstStyle/>
        <a:p>
          <a:endParaRPr lang="en-US"/>
        </a:p>
      </dgm:t>
    </dgm:pt>
    <dgm:pt modelId="{E9DED457-B25F-4FDF-A93E-B6FBA1972F23}" type="sibTrans" cxnId="{565BFACB-133E-4AA2-A944-AB3B5DB81B30}">
      <dgm:prSet/>
      <dgm:spPr/>
      <dgm:t>
        <a:bodyPr/>
        <a:lstStyle/>
        <a:p>
          <a:endParaRPr lang="en-US"/>
        </a:p>
      </dgm:t>
    </dgm:pt>
    <dgm:pt modelId="{1D2254A7-23F0-4880-8D8B-7A537F038DB8}" type="pres">
      <dgm:prSet presAssocID="{FD22C33D-8915-4BDC-B7EB-AAA3A32C4450}" presName="linear" presStyleCnt="0">
        <dgm:presLayoutVars>
          <dgm:animLvl val="lvl"/>
          <dgm:resizeHandles val="exact"/>
        </dgm:presLayoutVars>
      </dgm:prSet>
      <dgm:spPr/>
    </dgm:pt>
    <dgm:pt modelId="{A48C0F0C-A423-4FD9-938B-0DD480AC3E3B}" type="pres">
      <dgm:prSet presAssocID="{49518FE1-4EF8-427E-AF02-F4BB4358018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86273A-5CC5-4E44-9755-AC7FBB17BAC9}" type="pres">
      <dgm:prSet presAssocID="{F79943D6-60AC-4E0F-95BE-B2AF424805E7}" presName="spacer" presStyleCnt="0"/>
      <dgm:spPr/>
    </dgm:pt>
    <dgm:pt modelId="{4CD75A26-3B83-4149-8543-9C6145BFBD0E}" type="pres">
      <dgm:prSet presAssocID="{45BC0CD9-0AE6-40AC-B199-23CB916027E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DC2AC35-D3C3-49C4-8CDB-9B2B369153C6}" type="presOf" srcId="{45BC0CD9-0AE6-40AC-B199-23CB916027E9}" destId="{4CD75A26-3B83-4149-8543-9C6145BFBD0E}" srcOrd="0" destOrd="0" presId="urn:microsoft.com/office/officeart/2005/8/layout/vList2"/>
    <dgm:cxn modelId="{B9DF5B4A-6AE4-4895-9D5B-8404C8798526}" type="presOf" srcId="{FD22C33D-8915-4BDC-B7EB-AAA3A32C4450}" destId="{1D2254A7-23F0-4880-8D8B-7A537F038DB8}" srcOrd="0" destOrd="0" presId="urn:microsoft.com/office/officeart/2005/8/layout/vList2"/>
    <dgm:cxn modelId="{565BFACB-133E-4AA2-A944-AB3B5DB81B30}" srcId="{FD22C33D-8915-4BDC-B7EB-AAA3A32C4450}" destId="{45BC0CD9-0AE6-40AC-B199-23CB916027E9}" srcOrd="1" destOrd="0" parTransId="{0AF7EA3E-5DE7-4A57-A3F9-CE38D5960FA6}" sibTransId="{E9DED457-B25F-4FDF-A93E-B6FBA1972F23}"/>
    <dgm:cxn modelId="{E380C3D9-8A77-4E62-809C-8D330F2ED6F0}" type="presOf" srcId="{49518FE1-4EF8-427E-AF02-F4BB4358018C}" destId="{A48C0F0C-A423-4FD9-938B-0DD480AC3E3B}" srcOrd="0" destOrd="0" presId="urn:microsoft.com/office/officeart/2005/8/layout/vList2"/>
    <dgm:cxn modelId="{8506D2F0-5D6E-4236-B20A-AAB5EA28C912}" srcId="{FD22C33D-8915-4BDC-B7EB-AAA3A32C4450}" destId="{49518FE1-4EF8-427E-AF02-F4BB4358018C}" srcOrd="0" destOrd="0" parTransId="{AD929462-2D36-4C3B-A035-990B9F4AAE84}" sibTransId="{F79943D6-60AC-4E0F-95BE-B2AF424805E7}"/>
    <dgm:cxn modelId="{FAE27DA8-7E31-4BF5-A146-6CD0B42DC154}" type="presParOf" srcId="{1D2254A7-23F0-4880-8D8B-7A537F038DB8}" destId="{A48C0F0C-A423-4FD9-938B-0DD480AC3E3B}" srcOrd="0" destOrd="0" presId="urn:microsoft.com/office/officeart/2005/8/layout/vList2"/>
    <dgm:cxn modelId="{4A0B5520-562C-433C-8670-2F9B813228C2}" type="presParOf" srcId="{1D2254A7-23F0-4880-8D8B-7A537F038DB8}" destId="{5E86273A-5CC5-4E44-9755-AC7FBB17BAC9}" srcOrd="1" destOrd="0" presId="urn:microsoft.com/office/officeart/2005/8/layout/vList2"/>
    <dgm:cxn modelId="{F1A16E2E-D3CE-458A-8A6C-477F7079450C}" type="presParOf" srcId="{1D2254A7-23F0-4880-8D8B-7A537F038DB8}" destId="{4CD75A26-3B83-4149-8543-9C6145BFBD0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00F1E67-152D-4EAE-8596-46A086718518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1BCCD33-868C-4B26-BA70-C5AD805CC495}">
      <dgm:prSet/>
      <dgm:spPr/>
      <dgm:t>
        <a:bodyPr/>
        <a:lstStyle/>
        <a:p>
          <a:r>
            <a:rPr lang="en-IE"/>
            <a:t>1) IP address configured with the OSPF router-id command, if present.</a:t>
          </a:r>
          <a:endParaRPr lang="en-US"/>
        </a:p>
      </dgm:t>
    </dgm:pt>
    <dgm:pt modelId="{4DFAC36A-5319-4E6F-9667-26790F534481}" type="parTrans" cxnId="{45567CBF-2329-425B-8789-5648361FC838}">
      <dgm:prSet/>
      <dgm:spPr/>
      <dgm:t>
        <a:bodyPr/>
        <a:lstStyle/>
        <a:p>
          <a:endParaRPr lang="en-US"/>
        </a:p>
      </dgm:t>
    </dgm:pt>
    <dgm:pt modelId="{47D1B2E8-7612-4B08-BB86-72CED4868005}" type="sibTrans" cxnId="{45567CBF-2329-425B-8789-5648361FC838}">
      <dgm:prSet/>
      <dgm:spPr/>
      <dgm:t>
        <a:bodyPr/>
        <a:lstStyle/>
        <a:p>
          <a:endParaRPr lang="en-US"/>
        </a:p>
      </dgm:t>
    </dgm:pt>
    <dgm:pt modelId="{524DBCEA-4302-43FE-A39C-131A4C6C1230}" type="pres">
      <dgm:prSet presAssocID="{800F1E67-152D-4EAE-8596-46A086718518}" presName="Name0" presStyleCnt="0">
        <dgm:presLayoutVars>
          <dgm:dir/>
          <dgm:resizeHandles val="exact"/>
        </dgm:presLayoutVars>
      </dgm:prSet>
      <dgm:spPr/>
    </dgm:pt>
    <dgm:pt modelId="{CFBDC3B7-4959-4264-B7F5-5246A08AB1B8}" type="pres">
      <dgm:prSet presAssocID="{800F1E67-152D-4EAE-8596-46A086718518}" presName="cycle" presStyleCnt="0"/>
      <dgm:spPr/>
    </dgm:pt>
    <dgm:pt modelId="{90864787-FC7E-4A59-9001-87D3ECDA2DD5}" type="pres">
      <dgm:prSet presAssocID="{11BCCD33-868C-4B26-BA70-C5AD805CC495}" presName="nodeFirstNode" presStyleLbl="node1" presStyleIdx="0" presStyleCnt="1">
        <dgm:presLayoutVars>
          <dgm:bulletEnabled val="1"/>
        </dgm:presLayoutVars>
      </dgm:prSet>
      <dgm:spPr/>
    </dgm:pt>
  </dgm:ptLst>
  <dgm:cxnLst>
    <dgm:cxn modelId="{5091F947-DB55-4BC2-A289-0AA7427677E3}" type="presOf" srcId="{11BCCD33-868C-4B26-BA70-C5AD805CC495}" destId="{90864787-FC7E-4A59-9001-87D3ECDA2DD5}" srcOrd="0" destOrd="0" presId="urn:microsoft.com/office/officeart/2005/8/layout/cycle3"/>
    <dgm:cxn modelId="{2971E9B2-FEE4-4E95-8BF3-4EE39621FBE4}" type="presOf" srcId="{800F1E67-152D-4EAE-8596-46A086718518}" destId="{524DBCEA-4302-43FE-A39C-131A4C6C1230}" srcOrd="0" destOrd="0" presId="urn:microsoft.com/office/officeart/2005/8/layout/cycle3"/>
    <dgm:cxn modelId="{45567CBF-2329-425B-8789-5648361FC838}" srcId="{800F1E67-152D-4EAE-8596-46A086718518}" destId="{11BCCD33-868C-4B26-BA70-C5AD805CC495}" srcOrd="0" destOrd="0" parTransId="{4DFAC36A-5319-4E6F-9667-26790F534481}" sibTransId="{47D1B2E8-7612-4B08-BB86-72CED4868005}"/>
    <dgm:cxn modelId="{11715BAA-74F5-47BA-BC5B-860C1CF314C6}" type="presParOf" srcId="{524DBCEA-4302-43FE-A39C-131A4C6C1230}" destId="{CFBDC3B7-4959-4264-B7F5-5246A08AB1B8}" srcOrd="0" destOrd="0" presId="urn:microsoft.com/office/officeart/2005/8/layout/cycle3"/>
    <dgm:cxn modelId="{A416EE2F-9D30-4B49-B604-7516ED51926E}" type="presParOf" srcId="{CFBDC3B7-4959-4264-B7F5-5246A08AB1B8}" destId="{90864787-FC7E-4A59-9001-87D3ECDA2DD5}" srcOrd="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D0444023-5C10-4105-9ED4-F1FE73491EE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CACCAD-8D4D-48B7-A735-B8253376B28C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So if no router IDs or loopback interfaces have been configured on the three routers…</a:t>
          </a:r>
          <a:endParaRPr lang="en-US"/>
        </a:p>
      </dgm:t>
    </dgm:pt>
    <dgm:pt modelId="{1A6E1D4E-A4ED-41DF-B6ED-E837615E7A2A}" type="parTrans" cxnId="{C4585720-D152-477C-94DD-16D644BD28BB}">
      <dgm:prSet/>
      <dgm:spPr/>
      <dgm:t>
        <a:bodyPr/>
        <a:lstStyle/>
        <a:p>
          <a:endParaRPr lang="en-US"/>
        </a:p>
      </dgm:t>
    </dgm:pt>
    <dgm:pt modelId="{A4D01951-48A3-4FBD-A8ED-87CFD4549274}" type="sibTrans" cxnId="{C4585720-D152-477C-94DD-16D644BD28BB}">
      <dgm:prSet/>
      <dgm:spPr/>
      <dgm:t>
        <a:bodyPr/>
        <a:lstStyle/>
        <a:p>
          <a:endParaRPr lang="en-US"/>
        </a:p>
      </dgm:t>
    </dgm:pt>
    <dgm:pt modelId="{0B7C6A50-3AE8-4848-8499-435829BC1262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the router ID for each router is determined by the highest IP address of any active interface. </a:t>
          </a:r>
          <a:endParaRPr lang="en-US"/>
        </a:p>
      </dgm:t>
    </dgm:pt>
    <dgm:pt modelId="{8542C4FA-5113-4F2E-BA19-14260207D5D4}" type="parTrans" cxnId="{84C10CD9-B7FA-4EF8-A9C3-2E45B8E536A2}">
      <dgm:prSet/>
      <dgm:spPr/>
      <dgm:t>
        <a:bodyPr/>
        <a:lstStyle/>
        <a:p>
          <a:endParaRPr lang="en-US"/>
        </a:p>
      </dgm:t>
    </dgm:pt>
    <dgm:pt modelId="{8C65CDB1-9373-4142-985A-475D5967ECA2}" type="sibTrans" cxnId="{84C10CD9-B7FA-4EF8-A9C3-2E45B8E536A2}">
      <dgm:prSet/>
      <dgm:spPr/>
      <dgm:t>
        <a:bodyPr/>
        <a:lstStyle/>
        <a:p>
          <a:endParaRPr lang="en-US"/>
        </a:p>
      </dgm:t>
    </dgm:pt>
    <dgm:pt modelId="{157DA8A3-9AC7-4A66-B785-22DC2DBFBC8C}" type="pres">
      <dgm:prSet presAssocID="{D0444023-5C10-4105-9ED4-F1FE73491EE5}" presName="root" presStyleCnt="0">
        <dgm:presLayoutVars>
          <dgm:dir/>
          <dgm:resizeHandles val="exact"/>
        </dgm:presLayoutVars>
      </dgm:prSet>
      <dgm:spPr/>
    </dgm:pt>
    <dgm:pt modelId="{50AD0819-BD43-4DFC-9FB9-B4546C31FE74}" type="pres">
      <dgm:prSet presAssocID="{72CACCAD-8D4D-48B7-A735-B8253376B28C}" presName="compNode" presStyleCnt="0"/>
      <dgm:spPr/>
    </dgm:pt>
    <dgm:pt modelId="{B6F5E14F-43C0-4B34-BEB3-BFA4EB6D6252}" type="pres">
      <dgm:prSet presAssocID="{72CACCAD-8D4D-48B7-A735-B8253376B28C}" presName="bgRect" presStyleLbl="bgShp" presStyleIdx="0" presStyleCnt="2"/>
      <dgm:spPr/>
    </dgm:pt>
    <dgm:pt modelId="{F40CBA1C-0933-4E61-8684-135EE69AA2B0}" type="pres">
      <dgm:prSet presAssocID="{72CACCAD-8D4D-48B7-A735-B8253376B2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6DAFF7F-63EE-481A-8258-2207F8D850B6}" type="pres">
      <dgm:prSet presAssocID="{72CACCAD-8D4D-48B7-A735-B8253376B28C}" presName="spaceRect" presStyleCnt="0"/>
      <dgm:spPr/>
    </dgm:pt>
    <dgm:pt modelId="{B2F99812-7B81-4D23-85C6-7AE00B948B9A}" type="pres">
      <dgm:prSet presAssocID="{72CACCAD-8D4D-48B7-A735-B8253376B28C}" presName="parTx" presStyleLbl="revTx" presStyleIdx="0" presStyleCnt="2">
        <dgm:presLayoutVars>
          <dgm:chMax val="0"/>
          <dgm:chPref val="0"/>
        </dgm:presLayoutVars>
      </dgm:prSet>
      <dgm:spPr/>
    </dgm:pt>
    <dgm:pt modelId="{54F215D4-B158-4FAC-AD23-F8C05D432A75}" type="pres">
      <dgm:prSet presAssocID="{A4D01951-48A3-4FBD-A8ED-87CFD4549274}" presName="sibTrans" presStyleCnt="0"/>
      <dgm:spPr/>
    </dgm:pt>
    <dgm:pt modelId="{51A41049-5952-4428-9E17-7B5ACDD58D8E}" type="pres">
      <dgm:prSet presAssocID="{0B7C6A50-3AE8-4848-8499-435829BC1262}" presName="compNode" presStyleCnt="0"/>
      <dgm:spPr/>
    </dgm:pt>
    <dgm:pt modelId="{11D89382-F047-4EB6-8F2D-BEB4BEA6AFA1}" type="pres">
      <dgm:prSet presAssocID="{0B7C6A50-3AE8-4848-8499-435829BC1262}" presName="bgRect" presStyleLbl="bgShp" presStyleIdx="1" presStyleCnt="2"/>
      <dgm:spPr/>
    </dgm:pt>
    <dgm:pt modelId="{86EBB9D6-9889-4CD6-A337-D4B87EDB3550}" type="pres">
      <dgm:prSet presAssocID="{0B7C6A50-3AE8-4848-8499-435829BC12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832731F-B906-4829-8CE3-75EF232FB93C}" type="pres">
      <dgm:prSet presAssocID="{0B7C6A50-3AE8-4848-8499-435829BC1262}" presName="spaceRect" presStyleCnt="0"/>
      <dgm:spPr/>
    </dgm:pt>
    <dgm:pt modelId="{4875A6F7-2873-46B8-A5BA-9E1ECB0465AA}" type="pres">
      <dgm:prSet presAssocID="{0B7C6A50-3AE8-4848-8499-435829BC126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4585720-D152-477C-94DD-16D644BD28BB}" srcId="{D0444023-5C10-4105-9ED4-F1FE73491EE5}" destId="{72CACCAD-8D4D-48B7-A735-B8253376B28C}" srcOrd="0" destOrd="0" parTransId="{1A6E1D4E-A4ED-41DF-B6ED-E837615E7A2A}" sibTransId="{A4D01951-48A3-4FBD-A8ED-87CFD4549274}"/>
    <dgm:cxn modelId="{5239F224-1A0F-4FD6-8FC4-086738B8454D}" type="presOf" srcId="{0B7C6A50-3AE8-4848-8499-435829BC1262}" destId="{4875A6F7-2873-46B8-A5BA-9E1ECB0465AA}" srcOrd="0" destOrd="0" presId="urn:microsoft.com/office/officeart/2018/2/layout/IconVerticalSolidList"/>
    <dgm:cxn modelId="{03169C4A-65F4-4DF9-B32A-6A1AF1B5EBC3}" type="presOf" srcId="{72CACCAD-8D4D-48B7-A735-B8253376B28C}" destId="{B2F99812-7B81-4D23-85C6-7AE00B948B9A}" srcOrd="0" destOrd="0" presId="urn:microsoft.com/office/officeart/2018/2/layout/IconVerticalSolidList"/>
    <dgm:cxn modelId="{1197BDD0-8E36-4EFE-BB0E-D18CD947EC35}" type="presOf" srcId="{D0444023-5C10-4105-9ED4-F1FE73491EE5}" destId="{157DA8A3-9AC7-4A66-B785-22DC2DBFBC8C}" srcOrd="0" destOrd="0" presId="urn:microsoft.com/office/officeart/2018/2/layout/IconVerticalSolidList"/>
    <dgm:cxn modelId="{84C10CD9-B7FA-4EF8-A9C3-2E45B8E536A2}" srcId="{D0444023-5C10-4105-9ED4-F1FE73491EE5}" destId="{0B7C6A50-3AE8-4848-8499-435829BC1262}" srcOrd="1" destOrd="0" parTransId="{8542C4FA-5113-4F2E-BA19-14260207D5D4}" sibTransId="{8C65CDB1-9373-4142-985A-475D5967ECA2}"/>
    <dgm:cxn modelId="{1282C90A-DF16-494C-87EE-BA24D48DE9EB}" type="presParOf" srcId="{157DA8A3-9AC7-4A66-B785-22DC2DBFBC8C}" destId="{50AD0819-BD43-4DFC-9FB9-B4546C31FE74}" srcOrd="0" destOrd="0" presId="urn:microsoft.com/office/officeart/2018/2/layout/IconVerticalSolidList"/>
    <dgm:cxn modelId="{4AF7D959-0216-41A6-A702-7C47C469577C}" type="presParOf" srcId="{50AD0819-BD43-4DFC-9FB9-B4546C31FE74}" destId="{B6F5E14F-43C0-4B34-BEB3-BFA4EB6D6252}" srcOrd="0" destOrd="0" presId="urn:microsoft.com/office/officeart/2018/2/layout/IconVerticalSolidList"/>
    <dgm:cxn modelId="{7CE1D68F-FF66-4825-B104-283E98ACFB6D}" type="presParOf" srcId="{50AD0819-BD43-4DFC-9FB9-B4546C31FE74}" destId="{F40CBA1C-0933-4E61-8684-135EE69AA2B0}" srcOrd="1" destOrd="0" presId="urn:microsoft.com/office/officeart/2018/2/layout/IconVerticalSolidList"/>
    <dgm:cxn modelId="{A6D96BDF-5D2B-4667-8B2E-87AB02348851}" type="presParOf" srcId="{50AD0819-BD43-4DFC-9FB9-B4546C31FE74}" destId="{86DAFF7F-63EE-481A-8258-2207F8D850B6}" srcOrd="2" destOrd="0" presId="urn:microsoft.com/office/officeart/2018/2/layout/IconVerticalSolidList"/>
    <dgm:cxn modelId="{B7861E36-9EA4-43F7-A322-C88118190215}" type="presParOf" srcId="{50AD0819-BD43-4DFC-9FB9-B4546C31FE74}" destId="{B2F99812-7B81-4D23-85C6-7AE00B948B9A}" srcOrd="3" destOrd="0" presId="urn:microsoft.com/office/officeart/2018/2/layout/IconVerticalSolidList"/>
    <dgm:cxn modelId="{DB09E49A-9E76-4C83-BDD3-08454AABC53E}" type="presParOf" srcId="{157DA8A3-9AC7-4A66-B785-22DC2DBFBC8C}" destId="{54F215D4-B158-4FAC-AD23-F8C05D432A75}" srcOrd="1" destOrd="0" presId="urn:microsoft.com/office/officeart/2018/2/layout/IconVerticalSolidList"/>
    <dgm:cxn modelId="{89D44C84-5D01-46AB-B01A-3C6A71DB94E9}" type="presParOf" srcId="{157DA8A3-9AC7-4A66-B785-22DC2DBFBC8C}" destId="{51A41049-5952-4428-9E17-7B5ACDD58D8E}" srcOrd="2" destOrd="0" presId="urn:microsoft.com/office/officeart/2018/2/layout/IconVerticalSolidList"/>
    <dgm:cxn modelId="{2BD940D8-21C1-48A7-A0DB-F98D14679AFC}" type="presParOf" srcId="{51A41049-5952-4428-9E17-7B5ACDD58D8E}" destId="{11D89382-F047-4EB6-8F2D-BEB4BEA6AFA1}" srcOrd="0" destOrd="0" presId="urn:microsoft.com/office/officeart/2018/2/layout/IconVerticalSolidList"/>
    <dgm:cxn modelId="{3388791B-A612-40C7-AD0C-4E9568E2F057}" type="presParOf" srcId="{51A41049-5952-4428-9E17-7B5ACDD58D8E}" destId="{86EBB9D6-9889-4CD6-A337-D4B87EDB3550}" srcOrd="1" destOrd="0" presId="urn:microsoft.com/office/officeart/2018/2/layout/IconVerticalSolidList"/>
    <dgm:cxn modelId="{F7BD729B-B025-4085-8CD2-20522A451E9B}" type="presParOf" srcId="{51A41049-5952-4428-9E17-7B5ACDD58D8E}" destId="{2832731F-B906-4829-8CE3-75EF232FB93C}" srcOrd="2" destOrd="0" presId="urn:microsoft.com/office/officeart/2018/2/layout/IconVerticalSolidList"/>
    <dgm:cxn modelId="{6F293AE6-B22D-4ED3-8FE9-FDE3B955966E}" type="presParOf" srcId="{51A41049-5952-4428-9E17-7B5ACDD58D8E}" destId="{4875A6F7-2873-46B8-A5BA-9E1ECB0465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36CB591-E115-4C7A-A197-20949B43E94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2BB3953-1AB0-4433-96A4-2FFAF4EA181F}">
      <dgm:prSet/>
      <dgm:spPr/>
      <dgm:t>
        <a:bodyPr/>
        <a:lstStyle/>
        <a:p>
          <a:r>
            <a:rPr lang="en-IE"/>
            <a:t>Change the router ID on R1 using the router-id command.</a:t>
          </a:r>
          <a:endParaRPr lang="en-US"/>
        </a:p>
      </dgm:t>
    </dgm:pt>
    <dgm:pt modelId="{486E3B14-5E71-4E1D-B40E-261BE4C71584}" type="parTrans" cxnId="{CDE424C7-0AE3-45F5-B7BE-4E8A1FEC9A1F}">
      <dgm:prSet/>
      <dgm:spPr/>
      <dgm:t>
        <a:bodyPr/>
        <a:lstStyle/>
        <a:p>
          <a:endParaRPr lang="en-US"/>
        </a:p>
      </dgm:t>
    </dgm:pt>
    <dgm:pt modelId="{ACA70EE6-D124-479B-9337-33043047C167}" type="sibTrans" cxnId="{CDE424C7-0AE3-45F5-B7BE-4E8A1FEC9A1F}">
      <dgm:prSet/>
      <dgm:spPr/>
      <dgm:t>
        <a:bodyPr/>
        <a:lstStyle/>
        <a:p>
          <a:endParaRPr lang="en-US"/>
        </a:p>
      </dgm:t>
    </dgm:pt>
    <dgm:pt modelId="{E1A422E2-FA2C-441B-BF3D-DF7A31A8CEBD}">
      <dgm:prSet/>
      <dgm:spPr/>
      <dgm:t>
        <a:bodyPr/>
        <a:lstStyle/>
        <a:p>
          <a:r>
            <a:rPr lang="en-IE"/>
            <a:t>The preferred method for setting the router ID is with the router-id command. </a:t>
          </a:r>
          <a:endParaRPr lang="en-US"/>
        </a:p>
      </dgm:t>
    </dgm:pt>
    <dgm:pt modelId="{81A9AB44-7199-4FEB-A957-2FFB553706AE}" type="parTrans" cxnId="{9192953C-0C43-44D9-B235-A7A6E48A9745}">
      <dgm:prSet/>
      <dgm:spPr/>
      <dgm:t>
        <a:bodyPr/>
        <a:lstStyle/>
        <a:p>
          <a:endParaRPr lang="en-US"/>
        </a:p>
      </dgm:t>
    </dgm:pt>
    <dgm:pt modelId="{EE4EB1CC-260E-4FE3-B80D-B3978710CBE1}" type="sibTrans" cxnId="{9192953C-0C43-44D9-B235-A7A6E48A9745}">
      <dgm:prSet/>
      <dgm:spPr/>
      <dgm:t>
        <a:bodyPr/>
        <a:lstStyle/>
        <a:p>
          <a:endParaRPr lang="en-US"/>
        </a:p>
      </dgm:t>
    </dgm:pt>
    <dgm:pt modelId="{6CD395D8-9E61-4391-A772-675447370B04}">
      <dgm:prSet/>
      <dgm:spPr/>
      <dgm:t>
        <a:bodyPr/>
        <a:lstStyle/>
        <a:p>
          <a:r>
            <a:rPr lang="en-IE"/>
            <a:t>R1(config)# router ospf 1</a:t>
          </a:r>
          <a:endParaRPr lang="en-US"/>
        </a:p>
      </dgm:t>
    </dgm:pt>
    <dgm:pt modelId="{0545DEF3-FEB1-4627-88A3-25E49988740A}" type="parTrans" cxnId="{FAB8C97B-5BA9-4128-B712-0BB556A81FAD}">
      <dgm:prSet/>
      <dgm:spPr/>
      <dgm:t>
        <a:bodyPr/>
        <a:lstStyle/>
        <a:p>
          <a:endParaRPr lang="en-US"/>
        </a:p>
      </dgm:t>
    </dgm:pt>
    <dgm:pt modelId="{04AF0072-C04E-4BCF-A0FD-38ED4EE3E6E8}" type="sibTrans" cxnId="{FAB8C97B-5BA9-4128-B712-0BB556A81FAD}">
      <dgm:prSet/>
      <dgm:spPr/>
      <dgm:t>
        <a:bodyPr/>
        <a:lstStyle/>
        <a:p>
          <a:endParaRPr lang="en-US"/>
        </a:p>
      </dgm:t>
    </dgm:pt>
    <dgm:pt modelId="{23631646-F9C7-4551-9251-49540B3501EC}">
      <dgm:prSet/>
      <dgm:spPr/>
      <dgm:t>
        <a:bodyPr/>
        <a:lstStyle/>
        <a:p>
          <a:r>
            <a:rPr lang="en-IE"/>
            <a:t>R1(config-router)# router-id 11.11.11.11</a:t>
          </a:r>
          <a:endParaRPr lang="en-US"/>
        </a:p>
      </dgm:t>
    </dgm:pt>
    <dgm:pt modelId="{A85C9747-7219-4294-B321-178606DBAA37}" type="parTrans" cxnId="{BF1AFBBE-D27E-4A0F-8F99-67482C9FC0C0}">
      <dgm:prSet/>
      <dgm:spPr/>
      <dgm:t>
        <a:bodyPr/>
        <a:lstStyle/>
        <a:p>
          <a:endParaRPr lang="en-US"/>
        </a:p>
      </dgm:t>
    </dgm:pt>
    <dgm:pt modelId="{02190556-1D50-4238-8929-C53793562127}" type="sibTrans" cxnId="{BF1AFBBE-D27E-4A0F-8F99-67482C9FC0C0}">
      <dgm:prSet/>
      <dgm:spPr/>
      <dgm:t>
        <a:bodyPr/>
        <a:lstStyle/>
        <a:p>
          <a:endParaRPr lang="en-US"/>
        </a:p>
      </dgm:t>
    </dgm:pt>
    <dgm:pt modelId="{E2B4D3AB-6F2B-44A8-9E6B-2312E0C57566}">
      <dgm:prSet/>
      <dgm:spPr/>
      <dgm:t>
        <a:bodyPr/>
        <a:lstStyle/>
        <a:p>
          <a:r>
            <a:rPr lang="en-IE"/>
            <a:t>Reload or use "clear ip ospf process" command, for this to take effect </a:t>
          </a:r>
          <a:endParaRPr lang="en-US"/>
        </a:p>
      </dgm:t>
    </dgm:pt>
    <dgm:pt modelId="{4CAB895D-F4A4-45E3-BC1F-DE4806E8D44B}" type="parTrans" cxnId="{2621BDD4-27C1-4060-AB9F-B13CCB72C117}">
      <dgm:prSet/>
      <dgm:spPr/>
      <dgm:t>
        <a:bodyPr/>
        <a:lstStyle/>
        <a:p>
          <a:endParaRPr lang="en-US"/>
        </a:p>
      </dgm:t>
    </dgm:pt>
    <dgm:pt modelId="{5B50901F-3F79-4C70-9D6C-BB10546D86B9}" type="sibTrans" cxnId="{2621BDD4-27C1-4060-AB9F-B13CCB72C117}">
      <dgm:prSet/>
      <dgm:spPr/>
      <dgm:t>
        <a:bodyPr/>
        <a:lstStyle/>
        <a:p>
          <a:endParaRPr lang="en-US"/>
        </a:p>
      </dgm:t>
    </dgm:pt>
    <dgm:pt modelId="{716599F6-445A-4ED0-995F-F0F906A49336}">
      <dgm:prSet/>
      <dgm:spPr/>
      <dgm:t>
        <a:bodyPr/>
        <a:lstStyle/>
        <a:p>
          <a:r>
            <a:rPr lang="en-IE"/>
            <a:t>You will receive an informational message telling you that you must either reload the router or use the clear ip ospf process command for the change to take effect.</a:t>
          </a:r>
          <a:endParaRPr lang="en-US"/>
        </a:p>
      </dgm:t>
    </dgm:pt>
    <dgm:pt modelId="{18E4709D-F8DE-43F0-B2E0-E41A37ED8CFF}" type="parTrans" cxnId="{3A996B37-ACE8-47DC-9E01-0CA77D6DB9A2}">
      <dgm:prSet/>
      <dgm:spPr/>
      <dgm:t>
        <a:bodyPr/>
        <a:lstStyle/>
        <a:p>
          <a:endParaRPr lang="en-US"/>
        </a:p>
      </dgm:t>
    </dgm:pt>
    <dgm:pt modelId="{E86E9DAF-6F4D-4BA6-8B91-813DF9741B99}" type="sibTrans" cxnId="{3A996B37-ACE8-47DC-9E01-0CA77D6DB9A2}">
      <dgm:prSet/>
      <dgm:spPr/>
      <dgm:t>
        <a:bodyPr/>
        <a:lstStyle/>
        <a:p>
          <a:endParaRPr lang="en-US"/>
        </a:p>
      </dgm:t>
    </dgm:pt>
    <dgm:pt modelId="{69E3F230-2459-4152-93F7-571FC9D08F96}">
      <dgm:prSet/>
      <dgm:spPr/>
      <dgm:t>
        <a:bodyPr/>
        <a:lstStyle/>
        <a:p>
          <a:r>
            <a:rPr lang="en-IE" u="sng"/>
            <a:t>Remember to save configuration first before a reload!!!!!</a:t>
          </a:r>
          <a:endParaRPr lang="en-US"/>
        </a:p>
      </dgm:t>
    </dgm:pt>
    <dgm:pt modelId="{3086CC2A-D6D1-4AB5-8DE8-46B1B41BC103}" type="parTrans" cxnId="{D4B76603-56F7-4DFA-B53C-FEA0F6A6DEBD}">
      <dgm:prSet/>
      <dgm:spPr/>
      <dgm:t>
        <a:bodyPr/>
        <a:lstStyle/>
        <a:p>
          <a:endParaRPr lang="en-US"/>
        </a:p>
      </dgm:t>
    </dgm:pt>
    <dgm:pt modelId="{1F268EE3-F2B0-49CF-A7EA-F232F2933B90}" type="sibTrans" cxnId="{D4B76603-56F7-4DFA-B53C-FEA0F6A6DEBD}">
      <dgm:prSet/>
      <dgm:spPr/>
      <dgm:t>
        <a:bodyPr/>
        <a:lstStyle/>
        <a:p>
          <a:endParaRPr lang="en-US"/>
        </a:p>
      </dgm:t>
    </dgm:pt>
    <dgm:pt modelId="{D399BAA6-77E5-413E-AF20-E05DF3809159}" type="pres">
      <dgm:prSet presAssocID="{636CB591-E115-4C7A-A197-20949B43E94A}" presName="vert0" presStyleCnt="0">
        <dgm:presLayoutVars>
          <dgm:dir/>
          <dgm:animOne val="branch"/>
          <dgm:animLvl val="lvl"/>
        </dgm:presLayoutVars>
      </dgm:prSet>
      <dgm:spPr/>
    </dgm:pt>
    <dgm:pt modelId="{59A6BE9C-28D1-4F78-8F75-1FDFA12D4A85}" type="pres">
      <dgm:prSet presAssocID="{B2BB3953-1AB0-4433-96A4-2FFAF4EA181F}" presName="thickLine" presStyleLbl="alignNode1" presStyleIdx="0" presStyleCnt="7"/>
      <dgm:spPr/>
    </dgm:pt>
    <dgm:pt modelId="{F5514552-E1BB-4ABD-BC6C-85FE1AAE6474}" type="pres">
      <dgm:prSet presAssocID="{B2BB3953-1AB0-4433-96A4-2FFAF4EA181F}" presName="horz1" presStyleCnt="0"/>
      <dgm:spPr/>
    </dgm:pt>
    <dgm:pt modelId="{107B41C8-3B8D-47F8-9E70-CE649C08C447}" type="pres">
      <dgm:prSet presAssocID="{B2BB3953-1AB0-4433-96A4-2FFAF4EA181F}" presName="tx1" presStyleLbl="revTx" presStyleIdx="0" presStyleCnt="7"/>
      <dgm:spPr/>
    </dgm:pt>
    <dgm:pt modelId="{4ADB53D4-8082-4067-A60E-475AF5D801B1}" type="pres">
      <dgm:prSet presAssocID="{B2BB3953-1AB0-4433-96A4-2FFAF4EA181F}" presName="vert1" presStyleCnt="0"/>
      <dgm:spPr/>
    </dgm:pt>
    <dgm:pt modelId="{BEC4EF13-19FB-453E-83DE-49D40B1689ED}" type="pres">
      <dgm:prSet presAssocID="{E1A422E2-FA2C-441B-BF3D-DF7A31A8CEBD}" presName="thickLine" presStyleLbl="alignNode1" presStyleIdx="1" presStyleCnt="7"/>
      <dgm:spPr/>
    </dgm:pt>
    <dgm:pt modelId="{A5EB1837-A1F4-4EB6-A1ED-27B12B74967F}" type="pres">
      <dgm:prSet presAssocID="{E1A422E2-FA2C-441B-BF3D-DF7A31A8CEBD}" presName="horz1" presStyleCnt="0"/>
      <dgm:spPr/>
    </dgm:pt>
    <dgm:pt modelId="{CC324CFC-975B-4E3D-BEBA-28EF2524141C}" type="pres">
      <dgm:prSet presAssocID="{E1A422E2-FA2C-441B-BF3D-DF7A31A8CEBD}" presName="tx1" presStyleLbl="revTx" presStyleIdx="1" presStyleCnt="7"/>
      <dgm:spPr/>
    </dgm:pt>
    <dgm:pt modelId="{60232081-5599-4B9F-A828-B01A0E05A10B}" type="pres">
      <dgm:prSet presAssocID="{E1A422E2-FA2C-441B-BF3D-DF7A31A8CEBD}" presName="vert1" presStyleCnt="0"/>
      <dgm:spPr/>
    </dgm:pt>
    <dgm:pt modelId="{2F6BC9F3-6C79-42ED-889F-7DF4902A4FCB}" type="pres">
      <dgm:prSet presAssocID="{6CD395D8-9E61-4391-A772-675447370B04}" presName="thickLine" presStyleLbl="alignNode1" presStyleIdx="2" presStyleCnt="7"/>
      <dgm:spPr/>
    </dgm:pt>
    <dgm:pt modelId="{112A37D3-8550-42F0-9C17-286A1A03FB5A}" type="pres">
      <dgm:prSet presAssocID="{6CD395D8-9E61-4391-A772-675447370B04}" presName="horz1" presStyleCnt="0"/>
      <dgm:spPr/>
    </dgm:pt>
    <dgm:pt modelId="{1E38CD55-A320-4991-9EC6-22B481509299}" type="pres">
      <dgm:prSet presAssocID="{6CD395D8-9E61-4391-A772-675447370B04}" presName="tx1" presStyleLbl="revTx" presStyleIdx="2" presStyleCnt="7"/>
      <dgm:spPr/>
    </dgm:pt>
    <dgm:pt modelId="{E973E649-97EF-4A86-954C-6C5B64492DC8}" type="pres">
      <dgm:prSet presAssocID="{6CD395D8-9E61-4391-A772-675447370B04}" presName="vert1" presStyleCnt="0"/>
      <dgm:spPr/>
    </dgm:pt>
    <dgm:pt modelId="{E64A637F-E55B-46FE-9F8C-F0865C935CA1}" type="pres">
      <dgm:prSet presAssocID="{23631646-F9C7-4551-9251-49540B3501EC}" presName="thickLine" presStyleLbl="alignNode1" presStyleIdx="3" presStyleCnt="7"/>
      <dgm:spPr/>
    </dgm:pt>
    <dgm:pt modelId="{1FEDF7AE-BFA0-4D4F-A97F-C86AAA7A5C09}" type="pres">
      <dgm:prSet presAssocID="{23631646-F9C7-4551-9251-49540B3501EC}" presName="horz1" presStyleCnt="0"/>
      <dgm:spPr/>
    </dgm:pt>
    <dgm:pt modelId="{9434A85D-9B11-4D74-BB3C-7790341E9117}" type="pres">
      <dgm:prSet presAssocID="{23631646-F9C7-4551-9251-49540B3501EC}" presName="tx1" presStyleLbl="revTx" presStyleIdx="3" presStyleCnt="7"/>
      <dgm:spPr/>
    </dgm:pt>
    <dgm:pt modelId="{E513684D-365F-4275-A279-E5A2F7CF1B0A}" type="pres">
      <dgm:prSet presAssocID="{23631646-F9C7-4551-9251-49540B3501EC}" presName="vert1" presStyleCnt="0"/>
      <dgm:spPr/>
    </dgm:pt>
    <dgm:pt modelId="{9CB2B882-37CB-4650-AEE7-A2E039095FBC}" type="pres">
      <dgm:prSet presAssocID="{E2B4D3AB-6F2B-44A8-9E6B-2312E0C57566}" presName="thickLine" presStyleLbl="alignNode1" presStyleIdx="4" presStyleCnt="7"/>
      <dgm:spPr/>
    </dgm:pt>
    <dgm:pt modelId="{80703357-FDAE-4F19-A1D0-B58D1ACDEFB5}" type="pres">
      <dgm:prSet presAssocID="{E2B4D3AB-6F2B-44A8-9E6B-2312E0C57566}" presName="horz1" presStyleCnt="0"/>
      <dgm:spPr/>
    </dgm:pt>
    <dgm:pt modelId="{DE734562-D39E-4291-823E-F15B0943512D}" type="pres">
      <dgm:prSet presAssocID="{E2B4D3AB-6F2B-44A8-9E6B-2312E0C57566}" presName="tx1" presStyleLbl="revTx" presStyleIdx="4" presStyleCnt="7"/>
      <dgm:spPr/>
    </dgm:pt>
    <dgm:pt modelId="{7767B22D-33EA-49FE-82CC-AEE374491A94}" type="pres">
      <dgm:prSet presAssocID="{E2B4D3AB-6F2B-44A8-9E6B-2312E0C57566}" presName="vert1" presStyleCnt="0"/>
      <dgm:spPr/>
    </dgm:pt>
    <dgm:pt modelId="{175B7874-C709-4AD2-9D78-B270823B0C0F}" type="pres">
      <dgm:prSet presAssocID="{716599F6-445A-4ED0-995F-F0F906A49336}" presName="thickLine" presStyleLbl="alignNode1" presStyleIdx="5" presStyleCnt="7"/>
      <dgm:spPr/>
    </dgm:pt>
    <dgm:pt modelId="{ED3B760F-E7E6-4CF8-86ED-553E654B324D}" type="pres">
      <dgm:prSet presAssocID="{716599F6-445A-4ED0-995F-F0F906A49336}" presName="horz1" presStyleCnt="0"/>
      <dgm:spPr/>
    </dgm:pt>
    <dgm:pt modelId="{906668E8-4CB6-4CE7-9457-8C8413E5BDAF}" type="pres">
      <dgm:prSet presAssocID="{716599F6-445A-4ED0-995F-F0F906A49336}" presName="tx1" presStyleLbl="revTx" presStyleIdx="5" presStyleCnt="7"/>
      <dgm:spPr/>
    </dgm:pt>
    <dgm:pt modelId="{7B6F42E6-9AC6-466E-94CB-68300048A076}" type="pres">
      <dgm:prSet presAssocID="{716599F6-445A-4ED0-995F-F0F906A49336}" presName="vert1" presStyleCnt="0"/>
      <dgm:spPr/>
    </dgm:pt>
    <dgm:pt modelId="{39A0E41F-5EA9-4F3C-9CE8-095160361163}" type="pres">
      <dgm:prSet presAssocID="{69E3F230-2459-4152-93F7-571FC9D08F96}" presName="thickLine" presStyleLbl="alignNode1" presStyleIdx="6" presStyleCnt="7"/>
      <dgm:spPr/>
    </dgm:pt>
    <dgm:pt modelId="{E2DD4705-5452-45F0-A9D0-9EC7999B7B72}" type="pres">
      <dgm:prSet presAssocID="{69E3F230-2459-4152-93F7-571FC9D08F96}" presName="horz1" presStyleCnt="0"/>
      <dgm:spPr/>
    </dgm:pt>
    <dgm:pt modelId="{B50A02D4-57B8-46B9-9D5B-3C05C2D86CE8}" type="pres">
      <dgm:prSet presAssocID="{69E3F230-2459-4152-93F7-571FC9D08F96}" presName="tx1" presStyleLbl="revTx" presStyleIdx="6" presStyleCnt="7"/>
      <dgm:spPr/>
    </dgm:pt>
    <dgm:pt modelId="{35C45B3C-F505-418F-93B6-FAF9E305A450}" type="pres">
      <dgm:prSet presAssocID="{69E3F230-2459-4152-93F7-571FC9D08F96}" presName="vert1" presStyleCnt="0"/>
      <dgm:spPr/>
    </dgm:pt>
  </dgm:ptLst>
  <dgm:cxnLst>
    <dgm:cxn modelId="{62500E01-D0AD-4BB9-BFB9-7EE350F55968}" type="presOf" srcId="{E2B4D3AB-6F2B-44A8-9E6B-2312E0C57566}" destId="{DE734562-D39E-4291-823E-F15B0943512D}" srcOrd="0" destOrd="0" presId="urn:microsoft.com/office/officeart/2008/layout/LinedList"/>
    <dgm:cxn modelId="{D4B76603-56F7-4DFA-B53C-FEA0F6A6DEBD}" srcId="{636CB591-E115-4C7A-A197-20949B43E94A}" destId="{69E3F230-2459-4152-93F7-571FC9D08F96}" srcOrd="6" destOrd="0" parTransId="{3086CC2A-D6D1-4AB5-8DE8-46B1B41BC103}" sibTransId="{1F268EE3-F2B0-49CF-A7EA-F232F2933B90}"/>
    <dgm:cxn modelId="{209F991A-ED2B-4407-96D4-1C1E1E3B34AE}" type="presOf" srcId="{716599F6-445A-4ED0-995F-F0F906A49336}" destId="{906668E8-4CB6-4CE7-9457-8C8413E5BDAF}" srcOrd="0" destOrd="0" presId="urn:microsoft.com/office/officeart/2008/layout/LinedList"/>
    <dgm:cxn modelId="{EE375532-7471-4AD1-A17F-8B7260C1AC4E}" type="presOf" srcId="{E1A422E2-FA2C-441B-BF3D-DF7A31A8CEBD}" destId="{CC324CFC-975B-4E3D-BEBA-28EF2524141C}" srcOrd="0" destOrd="0" presId="urn:microsoft.com/office/officeart/2008/layout/LinedList"/>
    <dgm:cxn modelId="{3A996B37-ACE8-47DC-9E01-0CA77D6DB9A2}" srcId="{636CB591-E115-4C7A-A197-20949B43E94A}" destId="{716599F6-445A-4ED0-995F-F0F906A49336}" srcOrd="5" destOrd="0" parTransId="{18E4709D-F8DE-43F0-B2E0-E41A37ED8CFF}" sibTransId="{E86E9DAF-6F4D-4BA6-8B91-813DF9741B99}"/>
    <dgm:cxn modelId="{9192953C-0C43-44D9-B235-A7A6E48A9745}" srcId="{636CB591-E115-4C7A-A197-20949B43E94A}" destId="{E1A422E2-FA2C-441B-BF3D-DF7A31A8CEBD}" srcOrd="1" destOrd="0" parTransId="{81A9AB44-7199-4FEB-A957-2FFB553706AE}" sibTransId="{EE4EB1CC-260E-4FE3-B80D-B3978710CBE1}"/>
    <dgm:cxn modelId="{4EA56272-9458-4CF2-84DC-155018DB9A0B}" type="presOf" srcId="{B2BB3953-1AB0-4433-96A4-2FFAF4EA181F}" destId="{107B41C8-3B8D-47F8-9E70-CE649C08C447}" srcOrd="0" destOrd="0" presId="urn:microsoft.com/office/officeart/2008/layout/LinedList"/>
    <dgm:cxn modelId="{37143279-64ED-46D3-A216-595A12CAA1D7}" type="presOf" srcId="{69E3F230-2459-4152-93F7-571FC9D08F96}" destId="{B50A02D4-57B8-46B9-9D5B-3C05C2D86CE8}" srcOrd="0" destOrd="0" presId="urn:microsoft.com/office/officeart/2008/layout/LinedList"/>
    <dgm:cxn modelId="{FAB8C97B-5BA9-4128-B712-0BB556A81FAD}" srcId="{636CB591-E115-4C7A-A197-20949B43E94A}" destId="{6CD395D8-9E61-4391-A772-675447370B04}" srcOrd="2" destOrd="0" parTransId="{0545DEF3-FEB1-4627-88A3-25E49988740A}" sibTransId="{04AF0072-C04E-4BCF-A0FD-38ED4EE3E6E8}"/>
    <dgm:cxn modelId="{7175DDAD-5788-42E0-AD2E-F9FE62A47FF0}" type="presOf" srcId="{6CD395D8-9E61-4391-A772-675447370B04}" destId="{1E38CD55-A320-4991-9EC6-22B481509299}" srcOrd="0" destOrd="0" presId="urn:microsoft.com/office/officeart/2008/layout/LinedList"/>
    <dgm:cxn modelId="{BF1AFBBE-D27E-4A0F-8F99-67482C9FC0C0}" srcId="{636CB591-E115-4C7A-A197-20949B43E94A}" destId="{23631646-F9C7-4551-9251-49540B3501EC}" srcOrd="3" destOrd="0" parTransId="{A85C9747-7219-4294-B321-178606DBAA37}" sibTransId="{02190556-1D50-4238-8929-C53793562127}"/>
    <dgm:cxn modelId="{D2A9B0C4-E3F5-4B0D-99CF-90A1AFEEDD6A}" type="presOf" srcId="{23631646-F9C7-4551-9251-49540B3501EC}" destId="{9434A85D-9B11-4D74-BB3C-7790341E9117}" srcOrd="0" destOrd="0" presId="urn:microsoft.com/office/officeart/2008/layout/LinedList"/>
    <dgm:cxn modelId="{CDE424C7-0AE3-45F5-B7BE-4E8A1FEC9A1F}" srcId="{636CB591-E115-4C7A-A197-20949B43E94A}" destId="{B2BB3953-1AB0-4433-96A4-2FFAF4EA181F}" srcOrd="0" destOrd="0" parTransId="{486E3B14-5E71-4E1D-B40E-261BE4C71584}" sibTransId="{ACA70EE6-D124-479B-9337-33043047C167}"/>
    <dgm:cxn modelId="{2621BDD4-27C1-4060-AB9F-B13CCB72C117}" srcId="{636CB591-E115-4C7A-A197-20949B43E94A}" destId="{E2B4D3AB-6F2B-44A8-9E6B-2312E0C57566}" srcOrd="4" destOrd="0" parTransId="{4CAB895D-F4A4-45E3-BC1F-DE4806E8D44B}" sibTransId="{5B50901F-3F79-4C70-9D6C-BB10546D86B9}"/>
    <dgm:cxn modelId="{30FB9DF6-B875-488C-8707-62D8089D4C51}" type="presOf" srcId="{636CB591-E115-4C7A-A197-20949B43E94A}" destId="{D399BAA6-77E5-413E-AF20-E05DF3809159}" srcOrd="0" destOrd="0" presId="urn:microsoft.com/office/officeart/2008/layout/LinedList"/>
    <dgm:cxn modelId="{35BF7465-7B2A-4891-9AE7-ED38D360A858}" type="presParOf" srcId="{D399BAA6-77E5-413E-AF20-E05DF3809159}" destId="{59A6BE9C-28D1-4F78-8F75-1FDFA12D4A85}" srcOrd="0" destOrd="0" presId="urn:microsoft.com/office/officeart/2008/layout/LinedList"/>
    <dgm:cxn modelId="{8BB36B28-F5CF-4AC5-A61C-9DF5258CCE53}" type="presParOf" srcId="{D399BAA6-77E5-413E-AF20-E05DF3809159}" destId="{F5514552-E1BB-4ABD-BC6C-85FE1AAE6474}" srcOrd="1" destOrd="0" presId="urn:microsoft.com/office/officeart/2008/layout/LinedList"/>
    <dgm:cxn modelId="{586D6259-B81F-4764-87D7-5631D5810A13}" type="presParOf" srcId="{F5514552-E1BB-4ABD-BC6C-85FE1AAE6474}" destId="{107B41C8-3B8D-47F8-9E70-CE649C08C447}" srcOrd="0" destOrd="0" presId="urn:microsoft.com/office/officeart/2008/layout/LinedList"/>
    <dgm:cxn modelId="{1A369C03-CA58-4A03-B878-9868678E99E7}" type="presParOf" srcId="{F5514552-E1BB-4ABD-BC6C-85FE1AAE6474}" destId="{4ADB53D4-8082-4067-A60E-475AF5D801B1}" srcOrd="1" destOrd="0" presId="urn:microsoft.com/office/officeart/2008/layout/LinedList"/>
    <dgm:cxn modelId="{99C99087-2D27-4756-AA5A-FD2CEFF0CFCB}" type="presParOf" srcId="{D399BAA6-77E5-413E-AF20-E05DF3809159}" destId="{BEC4EF13-19FB-453E-83DE-49D40B1689ED}" srcOrd="2" destOrd="0" presId="urn:microsoft.com/office/officeart/2008/layout/LinedList"/>
    <dgm:cxn modelId="{442EFB2E-5255-4869-B489-4AB47A260357}" type="presParOf" srcId="{D399BAA6-77E5-413E-AF20-E05DF3809159}" destId="{A5EB1837-A1F4-4EB6-A1ED-27B12B74967F}" srcOrd="3" destOrd="0" presId="urn:microsoft.com/office/officeart/2008/layout/LinedList"/>
    <dgm:cxn modelId="{79889635-CA76-4866-90DD-C6E52EE03E9E}" type="presParOf" srcId="{A5EB1837-A1F4-4EB6-A1ED-27B12B74967F}" destId="{CC324CFC-975B-4E3D-BEBA-28EF2524141C}" srcOrd="0" destOrd="0" presId="urn:microsoft.com/office/officeart/2008/layout/LinedList"/>
    <dgm:cxn modelId="{7D297D7F-3F8D-4616-BE23-1F99CCFE276D}" type="presParOf" srcId="{A5EB1837-A1F4-4EB6-A1ED-27B12B74967F}" destId="{60232081-5599-4B9F-A828-B01A0E05A10B}" srcOrd="1" destOrd="0" presId="urn:microsoft.com/office/officeart/2008/layout/LinedList"/>
    <dgm:cxn modelId="{775A165C-5728-455A-AD77-7E6C50AAB2CA}" type="presParOf" srcId="{D399BAA6-77E5-413E-AF20-E05DF3809159}" destId="{2F6BC9F3-6C79-42ED-889F-7DF4902A4FCB}" srcOrd="4" destOrd="0" presId="urn:microsoft.com/office/officeart/2008/layout/LinedList"/>
    <dgm:cxn modelId="{09932711-0DEB-4110-B518-5DDF0C2C230A}" type="presParOf" srcId="{D399BAA6-77E5-413E-AF20-E05DF3809159}" destId="{112A37D3-8550-42F0-9C17-286A1A03FB5A}" srcOrd="5" destOrd="0" presId="urn:microsoft.com/office/officeart/2008/layout/LinedList"/>
    <dgm:cxn modelId="{153BB7C2-225F-4D9E-8C5A-B3AB60CBFB23}" type="presParOf" srcId="{112A37D3-8550-42F0-9C17-286A1A03FB5A}" destId="{1E38CD55-A320-4991-9EC6-22B481509299}" srcOrd="0" destOrd="0" presId="urn:microsoft.com/office/officeart/2008/layout/LinedList"/>
    <dgm:cxn modelId="{593B2EA0-52C9-48FD-AF80-7C10C09E3AF0}" type="presParOf" srcId="{112A37D3-8550-42F0-9C17-286A1A03FB5A}" destId="{E973E649-97EF-4A86-954C-6C5B64492DC8}" srcOrd="1" destOrd="0" presId="urn:microsoft.com/office/officeart/2008/layout/LinedList"/>
    <dgm:cxn modelId="{8C402065-A416-4851-B7D6-3A3AE035D5E8}" type="presParOf" srcId="{D399BAA6-77E5-413E-AF20-E05DF3809159}" destId="{E64A637F-E55B-46FE-9F8C-F0865C935CA1}" srcOrd="6" destOrd="0" presId="urn:microsoft.com/office/officeart/2008/layout/LinedList"/>
    <dgm:cxn modelId="{DDFC2CC0-E3EB-4C6D-8858-8EF1CC232582}" type="presParOf" srcId="{D399BAA6-77E5-413E-AF20-E05DF3809159}" destId="{1FEDF7AE-BFA0-4D4F-A97F-C86AAA7A5C09}" srcOrd="7" destOrd="0" presId="urn:microsoft.com/office/officeart/2008/layout/LinedList"/>
    <dgm:cxn modelId="{28445385-94EF-4766-99B7-700823853CFC}" type="presParOf" srcId="{1FEDF7AE-BFA0-4D4F-A97F-C86AAA7A5C09}" destId="{9434A85D-9B11-4D74-BB3C-7790341E9117}" srcOrd="0" destOrd="0" presId="urn:microsoft.com/office/officeart/2008/layout/LinedList"/>
    <dgm:cxn modelId="{53A92921-22EA-4BE1-AA7D-C13852422512}" type="presParOf" srcId="{1FEDF7AE-BFA0-4D4F-A97F-C86AAA7A5C09}" destId="{E513684D-365F-4275-A279-E5A2F7CF1B0A}" srcOrd="1" destOrd="0" presId="urn:microsoft.com/office/officeart/2008/layout/LinedList"/>
    <dgm:cxn modelId="{9ECB7484-7229-4B69-A6CC-C35477C5FC8F}" type="presParOf" srcId="{D399BAA6-77E5-413E-AF20-E05DF3809159}" destId="{9CB2B882-37CB-4650-AEE7-A2E039095FBC}" srcOrd="8" destOrd="0" presId="urn:microsoft.com/office/officeart/2008/layout/LinedList"/>
    <dgm:cxn modelId="{92754BB3-141D-46FC-91D0-A59EFFCDCB08}" type="presParOf" srcId="{D399BAA6-77E5-413E-AF20-E05DF3809159}" destId="{80703357-FDAE-4F19-A1D0-B58D1ACDEFB5}" srcOrd="9" destOrd="0" presId="urn:microsoft.com/office/officeart/2008/layout/LinedList"/>
    <dgm:cxn modelId="{AA6E7005-18CA-427D-90E6-898B0C840FE7}" type="presParOf" srcId="{80703357-FDAE-4F19-A1D0-B58D1ACDEFB5}" destId="{DE734562-D39E-4291-823E-F15B0943512D}" srcOrd="0" destOrd="0" presId="urn:microsoft.com/office/officeart/2008/layout/LinedList"/>
    <dgm:cxn modelId="{76719ED4-C216-4D4B-9208-F45C5C90D4BF}" type="presParOf" srcId="{80703357-FDAE-4F19-A1D0-B58D1ACDEFB5}" destId="{7767B22D-33EA-49FE-82CC-AEE374491A94}" srcOrd="1" destOrd="0" presId="urn:microsoft.com/office/officeart/2008/layout/LinedList"/>
    <dgm:cxn modelId="{63411823-FB93-4C9C-8CB0-9925F244B4FE}" type="presParOf" srcId="{D399BAA6-77E5-413E-AF20-E05DF3809159}" destId="{175B7874-C709-4AD2-9D78-B270823B0C0F}" srcOrd="10" destOrd="0" presId="urn:microsoft.com/office/officeart/2008/layout/LinedList"/>
    <dgm:cxn modelId="{C8F3FBFE-F799-437A-B100-7BA10A6A476A}" type="presParOf" srcId="{D399BAA6-77E5-413E-AF20-E05DF3809159}" destId="{ED3B760F-E7E6-4CF8-86ED-553E654B324D}" srcOrd="11" destOrd="0" presId="urn:microsoft.com/office/officeart/2008/layout/LinedList"/>
    <dgm:cxn modelId="{42E3F34F-2F8D-440A-BFDB-FAF85A83CE6D}" type="presParOf" srcId="{ED3B760F-E7E6-4CF8-86ED-553E654B324D}" destId="{906668E8-4CB6-4CE7-9457-8C8413E5BDAF}" srcOrd="0" destOrd="0" presId="urn:microsoft.com/office/officeart/2008/layout/LinedList"/>
    <dgm:cxn modelId="{E1909693-44A6-4127-8C0A-795B6DC261E4}" type="presParOf" srcId="{ED3B760F-E7E6-4CF8-86ED-553E654B324D}" destId="{7B6F42E6-9AC6-466E-94CB-68300048A076}" srcOrd="1" destOrd="0" presId="urn:microsoft.com/office/officeart/2008/layout/LinedList"/>
    <dgm:cxn modelId="{A5F2BCA2-24D4-4DDF-99A3-841A75EE4306}" type="presParOf" srcId="{D399BAA6-77E5-413E-AF20-E05DF3809159}" destId="{39A0E41F-5EA9-4F3C-9CE8-095160361163}" srcOrd="12" destOrd="0" presId="urn:microsoft.com/office/officeart/2008/layout/LinedList"/>
    <dgm:cxn modelId="{59DF4A63-DCF1-4457-AA75-DB9AE4F1820C}" type="presParOf" srcId="{D399BAA6-77E5-413E-AF20-E05DF3809159}" destId="{E2DD4705-5452-45F0-A9D0-9EC7999B7B72}" srcOrd="13" destOrd="0" presId="urn:microsoft.com/office/officeart/2008/layout/LinedList"/>
    <dgm:cxn modelId="{DCE9420B-FB64-43FD-8207-AB128F97D9C5}" type="presParOf" srcId="{E2DD4705-5452-45F0-A9D0-9EC7999B7B72}" destId="{B50A02D4-57B8-46B9-9D5B-3C05C2D86CE8}" srcOrd="0" destOrd="0" presId="urn:microsoft.com/office/officeart/2008/layout/LinedList"/>
    <dgm:cxn modelId="{FD7AB796-436C-4C4A-A97F-16F00554FFAB}" type="presParOf" srcId="{E2DD4705-5452-45F0-A9D0-9EC7999B7B72}" destId="{35C45B3C-F505-418F-93B6-FAF9E305A4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04C8ABB5-4D9C-4C33-AF78-3BAA9E4F6BD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EDA81E2-4601-49D2-9B40-82023F83F3A0}">
      <dgm:prSet/>
      <dgm:spPr/>
      <dgm:t>
        <a:bodyPr/>
        <a:lstStyle/>
        <a:p>
          <a:r>
            <a:rPr lang="en-IE"/>
            <a:t>It's an </a:t>
          </a:r>
          <a:r>
            <a:rPr lang="en-IE" b="1"/>
            <a:t>interface</a:t>
          </a:r>
          <a:r>
            <a:rPr lang="en-IE"/>
            <a:t> like any other and can be assigned its own </a:t>
          </a:r>
          <a:r>
            <a:rPr lang="en-IE" b="1"/>
            <a:t>address</a:t>
          </a:r>
          <a:r>
            <a:rPr lang="en-IE"/>
            <a:t>. </a:t>
          </a:r>
          <a:endParaRPr lang="en-US"/>
        </a:p>
      </dgm:t>
    </dgm:pt>
    <dgm:pt modelId="{14E80429-5511-4A49-B199-02591263AB9B}" type="parTrans" cxnId="{3E4CA134-4303-41A3-A3F5-82AB79A889EE}">
      <dgm:prSet/>
      <dgm:spPr/>
      <dgm:t>
        <a:bodyPr/>
        <a:lstStyle/>
        <a:p>
          <a:endParaRPr lang="en-US"/>
        </a:p>
      </dgm:t>
    </dgm:pt>
    <dgm:pt modelId="{60039D2E-62A8-463F-B8B0-E0AFE9A6D00F}" type="sibTrans" cxnId="{3E4CA134-4303-41A3-A3F5-82AB79A889EE}">
      <dgm:prSet/>
      <dgm:spPr/>
      <dgm:t>
        <a:bodyPr/>
        <a:lstStyle/>
        <a:p>
          <a:endParaRPr lang="en-US"/>
        </a:p>
      </dgm:t>
    </dgm:pt>
    <dgm:pt modelId="{741E5DBA-EE47-472B-B489-F02B668DB895}">
      <dgm:prSet/>
      <dgm:spPr/>
      <dgm:t>
        <a:bodyPr/>
        <a:lstStyle/>
        <a:p>
          <a:r>
            <a:rPr lang="en-IE"/>
            <a:t>A </a:t>
          </a:r>
          <a:r>
            <a:rPr lang="en-IE" b="1"/>
            <a:t>loopback interface</a:t>
          </a:r>
          <a:r>
            <a:rPr lang="en-IE"/>
            <a:t> is often used as a termination </a:t>
          </a:r>
          <a:r>
            <a:rPr lang="en-IE" b="1"/>
            <a:t>address</a:t>
          </a:r>
          <a:r>
            <a:rPr lang="en-IE"/>
            <a:t> for some </a:t>
          </a:r>
          <a:r>
            <a:rPr lang="en-IE" b="1"/>
            <a:t>routing</a:t>
          </a:r>
          <a:r>
            <a:rPr lang="en-IE"/>
            <a:t> protocols, </a:t>
          </a:r>
          <a:endParaRPr lang="en-US"/>
        </a:p>
      </dgm:t>
    </dgm:pt>
    <dgm:pt modelId="{1387A909-3141-43A7-BF19-A2073C49422D}" type="parTrans" cxnId="{AA3E3FFE-DC43-4841-9159-47242FFFB8AD}">
      <dgm:prSet/>
      <dgm:spPr/>
      <dgm:t>
        <a:bodyPr/>
        <a:lstStyle/>
        <a:p>
          <a:endParaRPr lang="en-US"/>
        </a:p>
      </dgm:t>
    </dgm:pt>
    <dgm:pt modelId="{0622257B-92B4-4D61-B331-9F8C62B6361C}" type="sibTrans" cxnId="{AA3E3FFE-DC43-4841-9159-47242FFFB8AD}">
      <dgm:prSet/>
      <dgm:spPr/>
      <dgm:t>
        <a:bodyPr/>
        <a:lstStyle/>
        <a:p>
          <a:endParaRPr lang="en-US"/>
        </a:p>
      </dgm:t>
    </dgm:pt>
    <dgm:pt modelId="{36299C06-DCEC-4134-8E59-BFBCBE2BF3B4}">
      <dgm:prSet/>
      <dgm:spPr/>
      <dgm:t>
        <a:bodyPr/>
        <a:lstStyle/>
        <a:p>
          <a:r>
            <a:rPr lang="en-IE"/>
            <a:t>because it never goes down. </a:t>
          </a:r>
          <a:endParaRPr lang="en-US"/>
        </a:p>
      </dgm:t>
    </dgm:pt>
    <dgm:pt modelId="{7C67EC7B-CB98-4D29-A9F7-1FA3048B3DF2}" type="parTrans" cxnId="{1D6CDEA8-4810-43F3-9318-03FBBC214299}">
      <dgm:prSet/>
      <dgm:spPr/>
      <dgm:t>
        <a:bodyPr/>
        <a:lstStyle/>
        <a:p>
          <a:endParaRPr lang="en-US"/>
        </a:p>
      </dgm:t>
    </dgm:pt>
    <dgm:pt modelId="{2F272C69-C829-46B6-83AD-25BA4265BE94}" type="sibTrans" cxnId="{1D6CDEA8-4810-43F3-9318-03FBBC214299}">
      <dgm:prSet/>
      <dgm:spPr/>
      <dgm:t>
        <a:bodyPr/>
        <a:lstStyle/>
        <a:p>
          <a:endParaRPr lang="en-US"/>
        </a:p>
      </dgm:t>
    </dgm:pt>
    <dgm:pt modelId="{AE48A52D-8AEA-4531-9C74-A613A536457E}">
      <dgm:prSet/>
      <dgm:spPr/>
      <dgm:t>
        <a:bodyPr/>
        <a:lstStyle/>
        <a:p>
          <a:r>
            <a:rPr lang="en-IE"/>
            <a:t>Another common use of a </a:t>
          </a:r>
          <a:r>
            <a:rPr lang="en-IE" b="1"/>
            <a:t>loopback address</a:t>
          </a:r>
          <a:r>
            <a:rPr lang="en-IE"/>
            <a:t> is to identify a </a:t>
          </a:r>
          <a:r>
            <a:rPr lang="en-IE" b="1"/>
            <a:t>router</a:t>
          </a:r>
          <a:r>
            <a:rPr lang="en-IE"/>
            <a:t>.</a:t>
          </a:r>
          <a:endParaRPr lang="en-US"/>
        </a:p>
      </dgm:t>
    </dgm:pt>
    <dgm:pt modelId="{8573607B-3CA0-42E1-913C-CFC1674D7BC7}" type="parTrans" cxnId="{EF4D5232-2558-43CF-869C-60BB9DE27087}">
      <dgm:prSet/>
      <dgm:spPr/>
      <dgm:t>
        <a:bodyPr/>
        <a:lstStyle/>
        <a:p>
          <a:endParaRPr lang="en-US"/>
        </a:p>
      </dgm:t>
    </dgm:pt>
    <dgm:pt modelId="{F0317C60-120D-4A94-A46B-0E7FDDCE0EE3}" type="sibTrans" cxnId="{EF4D5232-2558-43CF-869C-60BB9DE27087}">
      <dgm:prSet/>
      <dgm:spPr/>
      <dgm:t>
        <a:bodyPr/>
        <a:lstStyle/>
        <a:p>
          <a:endParaRPr lang="en-US"/>
        </a:p>
      </dgm:t>
    </dgm:pt>
    <dgm:pt modelId="{3E3D672B-E95C-4AAB-AA69-76C20F2523D7}" type="pres">
      <dgm:prSet presAssocID="{04C8ABB5-4D9C-4C33-AF78-3BAA9E4F6BD2}" presName="linear" presStyleCnt="0">
        <dgm:presLayoutVars>
          <dgm:animLvl val="lvl"/>
          <dgm:resizeHandles val="exact"/>
        </dgm:presLayoutVars>
      </dgm:prSet>
      <dgm:spPr/>
    </dgm:pt>
    <dgm:pt modelId="{2E026476-C71A-4D2F-90AF-2C3881DADD31}" type="pres">
      <dgm:prSet presAssocID="{1EDA81E2-4601-49D2-9B40-82023F83F3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EDA8B0-C443-44A3-872C-9E7BAC8BC0D1}" type="pres">
      <dgm:prSet presAssocID="{60039D2E-62A8-463F-B8B0-E0AFE9A6D00F}" presName="spacer" presStyleCnt="0"/>
      <dgm:spPr/>
    </dgm:pt>
    <dgm:pt modelId="{9EC24CE9-23DD-457E-B0C3-C27DB5F2D799}" type="pres">
      <dgm:prSet presAssocID="{741E5DBA-EE47-472B-B489-F02B668DB8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116F33-52F5-4943-ACBF-3BA213239F98}" type="pres">
      <dgm:prSet presAssocID="{0622257B-92B4-4D61-B331-9F8C62B6361C}" presName="spacer" presStyleCnt="0"/>
      <dgm:spPr/>
    </dgm:pt>
    <dgm:pt modelId="{31F03885-3F40-424D-9885-A7FD9D12FFE6}" type="pres">
      <dgm:prSet presAssocID="{36299C06-DCEC-4134-8E59-BFBCBE2BF3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F775DC-6CE2-404E-875A-A04AB64C4B23}" type="pres">
      <dgm:prSet presAssocID="{2F272C69-C829-46B6-83AD-25BA4265BE94}" presName="spacer" presStyleCnt="0"/>
      <dgm:spPr/>
    </dgm:pt>
    <dgm:pt modelId="{45E02F78-AB32-472D-AB7C-C20F1320210A}" type="pres">
      <dgm:prSet presAssocID="{AE48A52D-8AEA-4531-9C74-A613A53645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F4D5232-2558-43CF-869C-60BB9DE27087}" srcId="{04C8ABB5-4D9C-4C33-AF78-3BAA9E4F6BD2}" destId="{AE48A52D-8AEA-4531-9C74-A613A536457E}" srcOrd="3" destOrd="0" parTransId="{8573607B-3CA0-42E1-913C-CFC1674D7BC7}" sibTransId="{F0317C60-120D-4A94-A46B-0E7FDDCE0EE3}"/>
    <dgm:cxn modelId="{3E4CA134-4303-41A3-A3F5-82AB79A889EE}" srcId="{04C8ABB5-4D9C-4C33-AF78-3BAA9E4F6BD2}" destId="{1EDA81E2-4601-49D2-9B40-82023F83F3A0}" srcOrd="0" destOrd="0" parTransId="{14E80429-5511-4A49-B199-02591263AB9B}" sibTransId="{60039D2E-62A8-463F-B8B0-E0AFE9A6D00F}"/>
    <dgm:cxn modelId="{B27F8840-282E-419F-A9D1-ABF84732EAFA}" type="presOf" srcId="{04C8ABB5-4D9C-4C33-AF78-3BAA9E4F6BD2}" destId="{3E3D672B-E95C-4AAB-AA69-76C20F2523D7}" srcOrd="0" destOrd="0" presId="urn:microsoft.com/office/officeart/2005/8/layout/vList2"/>
    <dgm:cxn modelId="{EB44CF47-6161-480F-AF3A-F01580441B2B}" type="presOf" srcId="{36299C06-DCEC-4134-8E59-BFBCBE2BF3B4}" destId="{31F03885-3F40-424D-9885-A7FD9D12FFE6}" srcOrd="0" destOrd="0" presId="urn:microsoft.com/office/officeart/2005/8/layout/vList2"/>
    <dgm:cxn modelId="{1D6CDEA8-4810-43F3-9318-03FBBC214299}" srcId="{04C8ABB5-4D9C-4C33-AF78-3BAA9E4F6BD2}" destId="{36299C06-DCEC-4134-8E59-BFBCBE2BF3B4}" srcOrd="2" destOrd="0" parTransId="{7C67EC7B-CB98-4D29-A9F7-1FA3048B3DF2}" sibTransId="{2F272C69-C829-46B6-83AD-25BA4265BE94}"/>
    <dgm:cxn modelId="{EC47AFC7-D8A1-4340-83EB-55C459E11DF3}" type="presOf" srcId="{741E5DBA-EE47-472B-B489-F02B668DB895}" destId="{9EC24CE9-23DD-457E-B0C3-C27DB5F2D799}" srcOrd="0" destOrd="0" presId="urn:microsoft.com/office/officeart/2005/8/layout/vList2"/>
    <dgm:cxn modelId="{5EE2CAC8-8AC8-4BAA-946D-589A4751CA32}" type="presOf" srcId="{1EDA81E2-4601-49D2-9B40-82023F83F3A0}" destId="{2E026476-C71A-4D2F-90AF-2C3881DADD31}" srcOrd="0" destOrd="0" presId="urn:microsoft.com/office/officeart/2005/8/layout/vList2"/>
    <dgm:cxn modelId="{CF73F2E5-CFE7-4197-B247-7F406CF92488}" type="presOf" srcId="{AE48A52D-8AEA-4531-9C74-A613A536457E}" destId="{45E02F78-AB32-472D-AB7C-C20F1320210A}" srcOrd="0" destOrd="0" presId="urn:microsoft.com/office/officeart/2005/8/layout/vList2"/>
    <dgm:cxn modelId="{AA3E3FFE-DC43-4841-9159-47242FFFB8AD}" srcId="{04C8ABB5-4D9C-4C33-AF78-3BAA9E4F6BD2}" destId="{741E5DBA-EE47-472B-B489-F02B668DB895}" srcOrd="1" destOrd="0" parTransId="{1387A909-3141-43A7-BF19-A2073C49422D}" sibTransId="{0622257B-92B4-4D61-B331-9F8C62B6361C}"/>
    <dgm:cxn modelId="{005A783E-C5D2-4BB0-8A13-E015D315265A}" type="presParOf" srcId="{3E3D672B-E95C-4AAB-AA69-76C20F2523D7}" destId="{2E026476-C71A-4D2F-90AF-2C3881DADD31}" srcOrd="0" destOrd="0" presId="urn:microsoft.com/office/officeart/2005/8/layout/vList2"/>
    <dgm:cxn modelId="{0B622747-2827-4A2D-A638-BFCD1D1CCE00}" type="presParOf" srcId="{3E3D672B-E95C-4AAB-AA69-76C20F2523D7}" destId="{ADEDA8B0-C443-44A3-872C-9E7BAC8BC0D1}" srcOrd="1" destOrd="0" presId="urn:microsoft.com/office/officeart/2005/8/layout/vList2"/>
    <dgm:cxn modelId="{068A3DA1-6281-4D0B-8549-ACE701D47A65}" type="presParOf" srcId="{3E3D672B-E95C-4AAB-AA69-76C20F2523D7}" destId="{9EC24CE9-23DD-457E-B0C3-C27DB5F2D799}" srcOrd="2" destOrd="0" presId="urn:microsoft.com/office/officeart/2005/8/layout/vList2"/>
    <dgm:cxn modelId="{A638418C-3B91-419F-BF52-C066F59E967D}" type="presParOf" srcId="{3E3D672B-E95C-4AAB-AA69-76C20F2523D7}" destId="{40116F33-52F5-4943-ACBF-3BA213239F98}" srcOrd="3" destOrd="0" presId="urn:microsoft.com/office/officeart/2005/8/layout/vList2"/>
    <dgm:cxn modelId="{C94504A6-E3B3-476B-BB7E-2E96C62CDE5B}" type="presParOf" srcId="{3E3D672B-E95C-4AAB-AA69-76C20F2523D7}" destId="{31F03885-3F40-424D-9885-A7FD9D12FFE6}" srcOrd="4" destOrd="0" presId="urn:microsoft.com/office/officeart/2005/8/layout/vList2"/>
    <dgm:cxn modelId="{AB50FF0E-EA21-4F8A-88B9-C6901537890F}" type="presParOf" srcId="{3E3D672B-E95C-4AAB-AA69-76C20F2523D7}" destId="{76F775DC-6CE2-404E-875A-A04AB64C4B23}" srcOrd="5" destOrd="0" presId="urn:microsoft.com/office/officeart/2005/8/layout/vList2"/>
    <dgm:cxn modelId="{6AAA4E83-4CF8-4837-98CC-442ECDAD9EED}" type="presParOf" srcId="{3E3D672B-E95C-4AAB-AA69-76C20F2523D7}" destId="{45E02F78-AB32-472D-AB7C-C20F1320210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F2863B5-557C-47B3-A1BE-E1B274FAC29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0DD791-CD12-4B75-9FE2-3D1526ACBA11}">
      <dgm:prSet/>
      <dgm:spPr/>
      <dgm:t>
        <a:bodyPr/>
        <a:lstStyle/>
        <a:p>
          <a:r>
            <a:rPr lang="en-IE"/>
            <a:t>To assign an IP address to loopback 0 on R1</a:t>
          </a:r>
          <a:endParaRPr lang="en-US"/>
        </a:p>
      </dgm:t>
    </dgm:pt>
    <dgm:pt modelId="{67AB4A54-977E-4B46-A447-A39F0C573641}" type="parTrans" cxnId="{7BA29687-D22C-4986-9FFF-510CBDB7C959}">
      <dgm:prSet/>
      <dgm:spPr/>
      <dgm:t>
        <a:bodyPr/>
        <a:lstStyle/>
        <a:p>
          <a:endParaRPr lang="en-US"/>
        </a:p>
      </dgm:t>
    </dgm:pt>
    <dgm:pt modelId="{98059F94-7821-449B-B02E-4824C7E27158}" type="sibTrans" cxnId="{7BA29687-D22C-4986-9FFF-510CBDB7C959}">
      <dgm:prSet/>
      <dgm:spPr/>
      <dgm:t>
        <a:bodyPr/>
        <a:lstStyle/>
        <a:p>
          <a:endParaRPr lang="en-US"/>
        </a:p>
      </dgm:t>
    </dgm:pt>
    <dgm:pt modelId="{6072DCB8-AC31-4F27-8F8B-7EE72F8B3D03}">
      <dgm:prSet/>
      <dgm:spPr/>
      <dgm:t>
        <a:bodyPr/>
        <a:lstStyle/>
        <a:p>
          <a:r>
            <a:rPr lang="en-IE"/>
            <a:t>R1(config)# interface lo0</a:t>
          </a:r>
          <a:endParaRPr lang="en-US"/>
        </a:p>
      </dgm:t>
    </dgm:pt>
    <dgm:pt modelId="{5392FB03-1C3B-422B-A410-BCD90791AEA6}" type="parTrans" cxnId="{56CF61CD-D1F2-425C-9A8E-9E0415B9E728}">
      <dgm:prSet/>
      <dgm:spPr/>
      <dgm:t>
        <a:bodyPr/>
        <a:lstStyle/>
        <a:p>
          <a:endParaRPr lang="en-US"/>
        </a:p>
      </dgm:t>
    </dgm:pt>
    <dgm:pt modelId="{DA6A8429-F4C0-481E-BB1D-905981737E76}" type="sibTrans" cxnId="{56CF61CD-D1F2-425C-9A8E-9E0415B9E728}">
      <dgm:prSet/>
      <dgm:spPr/>
      <dgm:t>
        <a:bodyPr/>
        <a:lstStyle/>
        <a:p>
          <a:endParaRPr lang="en-US"/>
        </a:p>
      </dgm:t>
    </dgm:pt>
    <dgm:pt modelId="{7DCFC019-E9A2-414B-92E2-0ED10F7F04A6}">
      <dgm:prSet/>
      <dgm:spPr/>
      <dgm:t>
        <a:bodyPr/>
        <a:lstStyle/>
        <a:p>
          <a:r>
            <a:rPr lang="en-IE"/>
            <a:t>R1(config-if)# ip address 1.1.1.1 255.255.255.255</a:t>
          </a:r>
          <a:endParaRPr lang="en-US"/>
        </a:p>
      </dgm:t>
    </dgm:pt>
    <dgm:pt modelId="{96743554-46D4-455F-A34C-FF0B91BAC3CD}" type="parTrans" cxnId="{03D238BC-5EFB-449D-8407-0420FB60F516}">
      <dgm:prSet/>
      <dgm:spPr/>
      <dgm:t>
        <a:bodyPr/>
        <a:lstStyle/>
        <a:p>
          <a:endParaRPr lang="en-US"/>
        </a:p>
      </dgm:t>
    </dgm:pt>
    <dgm:pt modelId="{4520F59C-988C-4577-9F6F-EF7584AF3DE6}" type="sibTrans" cxnId="{03D238BC-5EFB-449D-8407-0420FB60F516}">
      <dgm:prSet/>
      <dgm:spPr/>
      <dgm:t>
        <a:bodyPr/>
        <a:lstStyle/>
        <a:p>
          <a:endParaRPr lang="en-US"/>
        </a:p>
      </dgm:t>
    </dgm:pt>
    <dgm:pt modelId="{226139BF-55A3-47B6-9155-5DC60E5311A5}">
      <dgm:prSet/>
      <dgm:spPr/>
      <dgm:t>
        <a:bodyPr/>
        <a:lstStyle/>
        <a:p>
          <a:r>
            <a:rPr lang="en-IE" u="sng"/>
            <a:t>Remember to save configuration first before a reload!!!!!</a:t>
          </a:r>
          <a:endParaRPr lang="en-US"/>
        </a:p>
      </dgm:t>
    </dgm:pt>
    <dgm:pt modelId="{86D043C0-CF87-4FBB-AAED-34F819DF5769}" type="parTrans" cxnId="{3E8B6D40-2AB5-4519-AED8-D1396137E195}">
      <dgm:prSet/>
      <dgm:spPr/>
      <dgm:t>
        <a:bodyPr/>
        <a:lstStyle/>
        <a:p>
          <a:endParaRPr lang="en-US"/>
        </a:p>
      </dgm:t>
    </dgm:pt>
    <dgm:pt modelId="{BFB06F60-60D8-4559-B430-F7E6F2DF52FA}" type="sibTrans" cxnId="{3E8B6D40-2AB5-4519-AED8-D1396137E195}">
      <dgm:prSet/>
      <dgm:spPr/>
      <dgm:t>
        <a:bodyPr/>
        <a:lstStyle/>
        <a:p>
          <a:endParaRPr lang="en-US"/>
        </a:p>
      </dgm:t>
    </dgm:pt>
    <dgm:pt modelId="{B8473890-AE80-4A5D-9609-058F44ECDF33}" type="pres">
      <dgm:prSet presAssocID="{BF2863B5-557C-47B3-A1BE-E1B274FAC291}" presName="linear" presStyleCnt="0">
        <dgm:presLayoutVars>
          <dgm:animLvl val="lvl"/>
          <dgm:resizeHandles val="exact"/>
        </dgm:presLayoutVars>
      </dgm:prSet>
      <dgm:spPr/>
    </dgm:pt>
    <dgm:pt modelId="{E45CF429-E827-47A9-98F5-2C67B69624F5}" type="pres">
      <dgm:prSet presAssocID="{2F0DD791-CD12-4B75-9FE2-3D1526ACBA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B86D00-F8F2-4781-9360-6F6329458705}" type="pres">
      <dgm:prSet presAssocID="{98059F94-7821-449B-B02E-4824C7E27158}" presName="spacer" presStyleCnt="0"/>
      <dgm:spPr/>
    </dgm:pt>
    <dgm:pt modelId="{54F750BC-ABA0-43EC-8733-5DDCA1B2E1CB}" type="pres">
      <dgm:prSet presAssocID="{6072DCB8-AC31-4F27-8F8B-7EE72F8B3D0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456B9DC-9A0A-4667-BEE5-773AA921497B}" type="pres">
      <dgm:prSet presAssocID="{DA6A8429-F4C0-481E-BB1D-905981737E76}" presName="spacer" presStyleCnt="0"/>
      <dgm:spPr/>
    </dgm:pt>
    <dgm:pt modelId="{BC6DF0B9-D11C-4FBB-984F-F193B512F7CB}" type="pres">
      <dgm:prSet presAssocID="{7DCFC019-E9A2-414B-92E2-0ED10F7F04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B34698-013D-4F84-9E88-B2113772FE5A}" type="pres">
      <dgm:prSet presAssocID="{4520F59C-988C-4577-9F6F-EF7584AF3DE6}" presName="spacer" presStyleCnt="0"/>
      <dgm:spPr/>
    </dgm:pt>
    <dgm:pt modelId="{11024621-0DF1-493C-A710-1223A532CC92}" type="pres">
      <dgm:prSet presAssocID="{226139BF-55A3-47B6-9155-5DC60E5311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E8B6D40-2AB5-4519-AED8-D1396137E195}" srcId="{BF2863B5-557C-47B3-A1BE-E1B274FAC291}" destId="{226139BF-55A3-47B6-9155-5DC60E5311A5}" srcOrd="3" destOrd="0" parTransId="{86D043C0-CF87-4FBB-AAED-34F819DF5769}" sibTransId="{BFB06F60-60D8-4559-B430-F7E6F2DF52FA}"/>
    <dgm:cxn modelId="{0C031F44-9162-4CA1-9F71-EFA40DB7E21C}" type="presOf" srcId="{BF2863B5-557C-47B3-A1BE-E1B274FAC291}" destId="{B8473890-AE80-4A5D-9609-058F44ECDF33}" srcOrd="0" destOrd="0" presId="urn:microsoft.com/office/officeart/2005/8/layout/vList2"/>
    <dgm:cxn modelId="{77CF854F-0447-4FE0-9243-3028AE70543B}" type="presOf" srcId="{7DCFC019-E9A2-414B-92E2-0ED10F7F04A6}" destId="{BC6DF0B9-D11C-4FBB-984F-F193B512F7CB}" srcOrd="0" destOrd="0" presId="urn:microsoft.com/office/officeart/2005/8/layout/vList2"/>
    <dgm:cxn modelId="{9B15FF86-8873-4D1E-9D8C-15CDA2008246}" type="presOf" srcId="{2F0DD791-CD12-4B75-9FE2-3D1526ACBA11}" destId="{E45CF429-E827-47A9-98F5-2C67B69624F5}" srcOrd="0" destOrd="0" presId="urn:microsoft.com/office/officeart/2005/8/layout/vList2"/>
    <dgm:cxn modelId="{7BA29687-D22C-4986-9FFF-510CBDB7C959}" srcId="{BF2863B5-557C-47B3-A1BE-E1B274FAC291}" destId="{2F0DD791-CD12-4B75-9FE2-3D1526ACBA11}" srcOrd="0" destOrd="0" parTransId="{67AB4A54-977E-4B46-A447-A39F0C573641}" sibTransId="{98059F94-7821-449B-B02E-4824C7E27158}"/>
    <dgm:cxn modelId="{D26EE189-84EC-4CB3-A87D-5373E8FCA6EE}" type="presOf" srcId="{226139BF-55A3-47B6-9155-5DC60E5311A5}" destId="{11024621-0DF1-493C-A710-1223A532CC92}" srcOrd="0" destOrd="0" presId="urn:microsoft.com/office/officeart/2005/8/layout/vList2"/>
    <dgm:cxn modelId="{E81956A5-2F08-4383-9351-C610D775656A}" type="presOf" srcId="{6072DCB8-AC31-4F27-8F8B-7EE72F8B3D03}" destId="{54F750BC-ABA0-43EC-8733-5DDCA1B2E1CB}" srcOrd="0" destOrd="0" presId="urn:microsoft.com/office/officeart/2005/8/layout/vList2"/>
    <dgm:cxn modelId="{03D238BC-5EFB-449D-8407-0420FB60F516}" srcId="{BF2863B5-557C-47B3-A1BE-E1B274FAC291}" destId="{7DCFC019-E9A2-414B-92E2-0ED10F7F04A6}" srcOrd="2" destOrd="0" parTransId="{96743554-46D4-455F-A34C-FF0B91BAC3CD}" sibTransId="{4520F59C-988C-4577-9F6F-EF7584AF3DE6}"/>
    <dgm:cxn modelId="{56CF61CD-D1F2-425C-9A8E-9E0415B9E728}" srcId="{BF2863B5-557C-47B3-A1BE-E1B274FAC291}" destId="{6072DCB8-AC31-4F27-8F8B-7EE72F8B3D03}" srcOrd="1" destOrd="0" parTransId="{5392FB03-1C3B-422B-A410-BCD90791AEA6}" sibTransId="{DA6A8429-F4C0-481E-BB1D-905981737E76}"/>
    <dgm:cxn modelId="{FC9F3BF4-CDE0-4D8E-8917-D2890351148C}" type="presParOf" srcId="{B8473890-AE80-4A5D-9609-058F44ECDF33}" destId="{E45CF429-E827-47A9-98F5-2C67B69624F5}" srcOrd="0" destOrd="0" presId="urn:microsoft.com/office/officeart/2005/8/layout/vList2"/>
    <dgm:cxn modelId="{27A4D2F6-0675-4061-8435-1D92F5AA952C}" type="presParOf" srcId="{B8473890-AE80-4A5D-9609-058F44ECDF33}" destId="{0EB86D00-F8F2-4781-9360-6F6329458705}" srcOrd="1" destOrd="0" presId="urn:microsoft.com/office/officeart/2005/8/layout/vList2"/>
    <dgm:cxn modelId="{30506730-BDF8-497E-B39E-0C11983D844F}" type="presParOf" srcId="{B8473890-AE80-4A5D-9609-058F44ECDF33}" destId="{54F750BC-ABA0-43EC-8733-5DDCA1B2E1CB}" srcOrd="2" destOrd="0" presId="urn:microsoft.com/office/officeart/2005/8/layout/vList2"/>
    <dgm:cxn modelId="{D291CCAD-29E6-478C-B0D0-A685CB9C736C}" type="presParOf" srcId="{B8473890-AE80-4A5D-9609-058F44ECDF33}" destId="{D456B9DC-9A0A-4667-BEE5-773AA921497B}" srcOrd="3" destOrd="0" presId="urn:microsoft.com/office/officeart/2005/8/layout/vList2"/>
    <dgm:cxn modelId="{659A404C-9003-4006-B567-D7064C842141}" type="presParOf" srcId="{B8473890-AE80-4A5D-9609-058F44ECDF33}" destId="{BC6DF0B9-D11C-4FBB-984F-F193B512F7CB}" srcOrd="4" destOrd="0" presId="urn:microsoft.com/office/officeart/2005/8/layout/vList2"/>
    <dgm:cxn modelId="{E68B5E1A-7A03-4F3D-AFE4-6D7BF5D262C0}" type="presParOf" srcId="{B8473890-AE80-4A5D-9609-058F44ECDF33}" destId="{7EB34698-013D-4F84-9E88-B2113772FE5A}" srcOrd="5" destOrd="0" presId="urn:microsoft.com/office/officeart/2005/8/layout/vList2"/>
    <dgm:cxn modelId="{5644CB2E-6600-4ECE-B54B-9740A71B4509}" type="presParOf" srcId="{B8473890-AE80-4A5D-9609-058F44ECDF33}" destId="{11024621-0DF1-493C-A710-1223A532CC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C51CDD03-FD0B-4E6B-8118-BA89737B268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509F0B-EC93-42BF-B804-EFEE6EF47BA0}">
      <dgm:prSet/>
      <dgm:spPr/>
      <dgm:t>
        <a:bodyPr/>
        <a:lstStyle/>
        <a:p>
          <a:r>
            <a:rPr lang="en-IE"/>
            <a:t>Highest active IP address on any of the router’s physical interfaces.</a:t>
          </a:r>
          <a:endParaRPr lang="en-US"/>
        </a:p>
      </dgm:t>
    </dgm:pt>
    <dgm:pt modelId="{B31B6D13-9FBA-4EF0-B48C-2144BBAD3959}" type="parTrans" cxnId="{AC36A4FB-A72C-4D9E-A865-688F78726526}">
      <dgm:prSet/>
      <dgm:spPr/>
      <dgm:t>
        <a:bodyPr/>
        <a:lstStyle/>
        <a:p>
          <a:endParaRPr lang="en-US"/>
        </a:p>
      </dgm:t>
    </dgm:pt>
    <dgm:pt modelId="{599045B7-5730-4F3A-8B68-B997526D6992}" type="sibTrans" cxnId="{AC36A4FB-A72C-4D9E-A865-688F78726526}">
      <dgm:prSet/>
      <dgm:spPr/>
      <dgm:t>
        <a:bodyPr/>
        <a:lstStyle/>
        <a:p>
          <a:endParaRPr lang="en-US"/>
        </a:p>
      </dgm:t>
    </dgm:pt>
    <dgm:pt modelId="{163BF546-7307-4691-9E81-AB4171452039}">
      <dgm:prSet/>
      <dgm:spPr/>
      <dgm:t>
        <a:bodyPr/>
        <a:lstStyle/>
        <a:p>
          <a:r>
            <a:rPr lang="en-IE"/>
            <a:t>So if no router IDs or loopback interfaces have been configured on the  router</a:t>
          </a:r>
          <a:endParaRPr lang="en-US"/>
        </a:p>
      </dgm:t>
    </dgm:pt>
    <dgm:pt modelId="{C113F02F-6D71-4DC5-904B-54E51EF9DC5D}" type="parTrans" cxnId="{E76FDA98-69CB-43E9-8E30-19D6EF6712EB}">
      <dgm:prSet/>
      <dgm:spPr/>
      <dgm:t>
        <a:bodyPr/>
        <a:lstStyle/>
        <a:p>
          <a:endParaRPr lang="en-US"/>
        </a:p>
      </dgm:t>
    </dgm:pt>
    <dgm:pt modelId="{4EC08ABD-FDA3-4FA0-9BF6-8A57D6E74AF4}" type="sibTrans" cxnId="{E76FDA98-69CB-43E9-8E30-19D6EF6712EB}">
      <dgm:prSet/>
      <dgm:spPr/>
      <dgm:t>
        <a:bodyPr/>
        <a:lstStyle/>
        <a:p>
          <a:endParaRPr lang="en-US"/>
        </a:p>
      </dgm:t>
    </dgm:pt>
    <dgm:pt modelId="{E6D12DF4-DA68-464B-9B5B-A03115E1BA53}">
      <dgm:prSet/>
      <dgm:spPr/>
      <dgm:t>
        <a:bodyPr/>
        <a:lstStyle/>
        <a:p>
          <a:r>
            <a:rPr lang="en-IE"/>
            <a:t>the router ID for each router is determined by the highest IP address of any active interface. </a:t>
          </a:r>
          <a:endParaRPr lang="en-US"/>
        </a:p>
      </dgm:t>
    </dgm:pt>
    <dgm:pt modelId="{5EFA3945-FE2C-47D5-B2BD-1A0E6DA6A31A}" type="parTrans" cxnId="{699723A4-1029-4F4C-9BC4-1DF7B6A2E003}">
      <dgm:prSet/>
      <dgm:spPr/>
      <dgm:t>
        <a:bodyPr/>
        <a:lstStyle/>
        <a:p>
          <a:endParaRPr lang="en-US"/>
        </a:p>
      </dgm:t>
    </dgm:pt>
    <dgm:pt modelId="{8CA47788-BCEC-483B-8EC5-C9A5491B47F1}" type="sibTrans" cxnId="{699723A4-1029-4F4C-9BC4-1DF7B6A2E003}">
      <dgm:prSet/>
      <dgm:spPr/>
      <dgm:t>
        <a:bodyPr/>
        <a:lstStyle/>
        <a:p>
          <a:endParaRPr lang="en-US"/>
        </a:p>
      </dgm:t>
    </dgm:pt>
    <dgm:pt modelId="{1931F931-E8E3-4F60-A098-B986E7AFA2B2}" type="pres">
      <dgm:prSet presAssocID="{C51CDD03-FD0B-4E6B-8118-BA89737B268F}" presName="linear" presStyleCnt="0">
        <dgm:presLayoutVars>
          <dgm:animLvl val="lvl"/>
          <dgm:resizeHandles val="exact"/>
        </dgm:presLayoutVars>
      </dgm:prSet>
      <dgm:spPr/>
    </dgm:pt>
    <dgm:pt modelId="{3CC71B99-307B-4968-93C2-4ACF9EF4B355}" type="pres">
      <dgm:prSet presAssocID="{FE509F0B-EC93-42BF-B804-EFEE6EF47B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C7088B-47A4-4A18-B41D-38572F1B108B}" type="pres">
      <dgm:prSet presAssocID="{599045B7-5730-4F3A-8B68-B997526D6992}" presName="spacer" presStyleCnt="0"/>
      <dgm:spPr/>
    </dgm:pt>
    <dgm:pt modelId="{6965804B-E969-470B-B6A7-24A381BDEB42}" type="pres">
      <dgm:prSet presAssocID="{163BF546-7307-4691-9E81-AB41714520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31000B-E337-4E2E-A7EA-5C6368174F38}" type="pres">
      <dgm:prSet presAssocID="{4EC08ABD-FDA3-4FA0-9BF6-8A57D6E74AF4}" presName="spacer" presStyleCnt="0"/>
      <dgm:spPr/>
    </dgm:pt>
    <dgm:pt modelId="{A166E147-6B2C-47BC-A914-4A37984C0738}" type="pres">
      <dgm:prSet presAssocID="{E6D12DF4-DA68-464B-9B5B-A03115E1BA5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E84B69-94A6-43FA-A482-DB91BE72826F}" type="presOf" srcId="{E6D12DF4-DA68-464B-9B5B-A03115E1BA53}" destId="{A166E147-6B2C-47BC-A914-4A37984C0738}" srcOrd="0" destOrd="0" presId="urn:microsoft.com/office/officeart/2005/8/layout/vList2"/>
    <dgm:cxn modelId="{E8850086-38C2-4F29-A515-462512979EEF}" type="presOf" srcId="{C51CDD03-FD0B-4E6B-8118-BA89737B268F}" destId="{1931F931-E8E3-4F60-A098-B986E7AFA2B2}" srcOrd="0" destOrd="0" presId="urn:microsoft.com/office/officeart/2005/8/layout/vList2"/>
    <dgm:cxn modelId="{E76FDA98-69CB-43E9-8E30-19D6EF6712EB}" srcId="{C51CDD03-FD0B-4E6B-8118-BA89737B268F}" destId="{163BF546-7307-4691-9E81-AB4171452039}" srcOrd="1" destOrd="0" parTransId="{C113F02F-6D71-4DC5-904B-54E51EF9DC5D}" sibTransId="{4EC08ABD-FDA3-4FA0-9BF6-8A57D6E74AF4}"/>
    <dgm:cxn modelId="{699723A4-1029-4F4C-9BC4-1DF7B6A2E003}" srcId="{C51CDD03-FD0B-4E6B-8118-BA89737B268F}" destId="{E6D12DF4-DA68-464B-9B5B-A03115E1BA53}" srcOrd="2" destOrd="0" parTransId="{5EFA3945-FE2C-47D5-B2BD-1A0E6DA6A31A}" sibTransId="{8CA47788-BCEC-483B-8EC5-C9A5491B47F1}"/>
    <dgm:cxn modelId="{5E5EE6E2-2C49-4FF9-8CC8-B12010AD72EE}" type="presOf" srcId="{FE509F0B-EC93-42BF-B804-EFEE6EF47BA0}" destId="{3CC71B99-307B-4968-93C2-4ACF9EF4B355}" srcOrd="0" destOrd="0" presId="urn:microsoft.com/office/officeart/2005/8/layout/vList2"/>
    <dgm:cxn modelId="{0FBF42EC-418D-49B2-B3AC-72AAD93C0AA5}" type="presOf" srcId="{163BF546-7307-4691-9E81-AB4171452039}" destId="{6965804B-E969-470B-B6A7-24A381BDEB42}" srcOrd="0" destOrd="0" presId="urn:microsoft.com/office/officeart/2005/8/layout/vList2"/>
    <dgm:cxn modelId="{AC36A4FB-A72C-4D9E-A865-688F78726526}" srcId="{C51CDD03-FD0B-4E6B-8118-BA89737B268F}" destId="{FE509F0B-EC93-42BF-B804-EFEE6EF47BA0}" srcOrd="0" destOrd="0" parTransId="{B31B6D13-9FBA-4EF0-B48C-2144BBAD3959}" sibTransId="{599045B7-5730-4F3A-8B68-B997526D6992}"/>
    <dgm:cxn modelId="{A7128A8F-4EFE-4EAD-9B08-D2BFDA30DA61}" type="presParOf" srcId="{1931F931-E8E3-4F60-A098-B986E7AFA2B2}" destId="{3CC71B99-307B-4968-93C2-4ACF9EF4B355}" srcOrd="0" destOrd="0" presId="urn:microsoft.com/office/officeart/2005/8/layout/vList2"/>
    <dgm:cxn modelId="{88B8E426-00AA-4EB2-868C-E44D87380228}" type="presParOf" srcId="{1931F931-E8E3-4F60-A098-B986E7AFA2B2}" destId="{47C7088B-47A4-4A18-B41D-38572F1B108B}" srcOrd="1" destOrd="0" presId="urn:microsoft.com/office/officeart/2005/8/layout/vList2"/>
    <dgm:cxn modelId="{1DE5CD73-9B59-4D9B-B56C-EE7F7FEC4633}" type="presParOf" srcId="{1931F931-E8E3-4F60-A098-B986E7AFA2B2}" destId="{6965804B-E969-470B-B6A7-24A381BDEB42}" srcOrd="2" destOrd="0" presId="urn:microsoft.com/office/officeart/2005/8/layout/vList2"/>
    <dgm:cxn modelId="{A726EFFC-EAB4-4C65-BE63-202F407EBBF9}" type="presParOf" srcId="{1931F931-E8E3-4F60-A098-B986E7AFA2B2}" destId="{C231000B-E337-4E2E-A7EA-5C6368174F38}" srcOrd="3" destOrd="0" presId="urn:microsoft.com/office/officeart/2005/8/layout/vList2"/>
    <dgm:cxn modelId="{F59DD65E-7653-4870-A2AD-9B28F67293B0}" type="presParOf" srcId="{1931F931-E8E3-4F60-A098-B986E7AFA2B2}" destId="{A166E147-6B2C-47BC-A914-4A37984C07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1DE0C40-8B48-4619-A1E7-9C014E8F2A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C25314-57AA-43A7-9886-29715CEA309C}">
      <dgm:prSet/>
      <dgm:spPr/>
      <dgm:t>
        <a:bodyPr/>
        <a:lstStyle/>
        <a:p>
          <a:r>
            <a:rPr lang="en-GB"/>
            <a:t>OSPF uses link-state packets (LSPs) to establish and maintain neighbour adjacencies and exchange routing updates.</a:t>
          </a:r>
          <a:endParaRPr lang="en-US"/>
        </a:p>
      </dgm:t>
    </dgm:pt>
    <dgm:pt modelId="{392BC23D-EA04-4A02-A457-0792AC969FE4}" type="parTrans" cxnId="{E3087374-F4D4-433C-A94B-54DDD48AF544}">
      <dgm:prSet/>
      <dgm:spPr/>
      <dgm:t>
        <a:bodyPr/>
        <a:lstStyle/>
        <a:p>
          <a:endParaRPr lang="en-US"/>
        </a:p>
      </dgm:t>
    </dgm:pt>
    <dgm:pt modelId="{D64EEBF6-E642-43C6-8768-DFF31F083ABF}" type="sibTrans" cxnId="{E3087374-F4D4-433C-A94B-54DDD48AF544}">
      <dgm:prSet/>
      <dgm:spPr/>
      <dgm:t>
        <a:bodyPr/>
        <a:lstStyle/>
        <a:p>
          <a:endParaRPr lang="en-US"/>
        </a:p>
      </dgm:t>
    </dgm:pt>
    <dgm:pt modelId="{DD7A2BBC-3196-4F63-AAD0-BA7C563D552E}">
      <dgm:prSet/>
      <dgm:spPr/>
      <dgm:t>
        <a:bodyPr/>
        <a:lstStyle/>
        <a:p>
          <a:r>
            <a:rPr lang="en-GB"/>
            <a:t>There are five different types of LSPs used by OSPF. </a:t>
          </a:r>
          <a:endParaRPr lang="en-US"/>
        </a:p>
      </dgm:t>
    </dgm:pt>
    <dgm:pt modelId="{3560CD56-8410-404C-A4D5-A5C54970511E}" type="parTrans" cxnId="{28BA8DAA-A509-46FC-BC0F-06DD01FB46A2}">
      <dgm:prSet/>
      <dgm:spPr/>
      <dgm:t>
        <a:bodyPr/>
        <a:lstStyle/>
        <a:p>
          <a:endParaRPr lang="en-US"/>
        </a:p>
      </dgm:t>
    </dgm:pt>
    <dgm:pt modelId="{CDB2DE01-5AD0-46CA-A96B-B52E19870649}" type="sibTrans" cxnId="{28BA8DAA-A509-46FC-BC0F-06DD01FB46A2}">
      <dgm:prSet/>
      <dgm:spPr/>
      <dgm:t>
        <a:bodyPr/>
        <a:lstStyle/>
        <a:p>
          <a:endParaRPr lang="en-US"/>
        </a:p>
      </dgm:t>
    </dgm:pt>
    <dgm:pt modelId="{34ECB362-3A62-402F-98DD-402580C6C574}">
      <dgm:prSet/>
      <dgm:spPr/>
      <dgm:t>
        <a:bodyPr/>
        <a:lstStyle/>
        <a:p>
          <a:r>
            <a:rPr lang="en-GB"/>
            <a:t>Each packet serves a specific purpose in the OSPF routing process:</a:t>
          </a:r>
          <a:endParaRPr lang="en-US"/>
        </a:p>
      </dgm:t>
    </dgm:pt>
    <dgm:pt modelId="{C18887D5-8873-41BE-B834-4136D1FC56CD}" type="parTrans" cxnId="{B6AEF4BF-0C79-473D-892C-440704ACB280}">
      <dgm:prSet/>
      <dgm:spPr/>
      <dgm:t>
        <a:bodyPr/>
        <a:lstStyle/>
        <a:p>
          <a:endParaRPr lang="en-US"/>
        </a:p>
      </dgm:t>
    </dgm:pt>
    <dgm:pt modelId="{594599A9-43D4-47C5-93E5-2866CA4B344A}" type="sibTrans" cxnId="{B6AEF4BF-0C79-473D-892C-440704ACB280}">
      <dgm:prSet/>
      <dgm:spPr/>
      <dgm:t>
        <a:bodyPr/>
        <a:lstStyle/>
        <a:p>
          <a:endParaRPr lang="en-US"/>
        </a:p>
      </dgm:t>
    </dgm:pt>
    <dgm:pt modelId="{4AC73BF5-5DF2-4261-8A29-FFC468821BCA}" type="pres">
      <dgm:prSet presAssocID="{11DE0C40-8B48-4619-A1E7-9C014E8F2A69}" presName="vert0" presStyleCnt="0">
        <dgm:presLayoutVars>
          <dgm:dir/>
          <dgm:animOne val="branch"/>
          <dgm:animLvl val="lvl"/>
        </dgm:presLayoutVars>
      </dgm:prSet>
      <dgm:spPr/>
    </dgm:pt>
    <dgm:pt modelId="{5591D476-67C2-452C-8BB0-9659D40FEBFC}" type="pres">
      <dgm:prSet presAssocID="{3FC25314-57AA-43A7-9886-29715CEA309C}" presName="thickLine" presStyleLbl="alignNode1" presStyleIdx="0" presStyleCnt="3"/>
      <dgm:spPr/>
    </dgm:pt>
    <dgm:pt modelId="{D5269E8D-AEC3-4E73-824C-B316C8A564F3}" type="pres">
      <dgm:prSet presAssocID="{3FC25314-57AA-43A7-9886-29715CEA309C}" presName="horz1" presStyleCnt="0"/>
      <dgm:spPr/>
    </dgm:pt>
    <dgm:pt modelId="{C565EDCA-3B04-4947-B474-7F3E7E22C6A3}" type="pres">
      <dgm:prSet presAssocID="{3FC25314-57AA-43A7-9886-29715CEA309C}" presName="tx1" presStyleLbl="revTx" presStyleIdx="0" presStyleCnt="3"/>
      <dgm:spPr/>
    </dgm:pt>
    <dgm:pt modelId="{AC11EE3A-85D0-48D5-8463-AC3180EFB69B}" type="pres">
      <dgm:prSet presAssocID="{3FC25314-57AA-43A7-9886-29715CEA309C}" presName="vert1" presStyleCnt="0"/>
      <dgm:spPr/>
    </dgm:pt>
    <dgm:pt modelId="{E0104862-27D3-428A-90F8-2DEC997A8237}" type="pres">
      <dgm:prSet presAssocID="{DD7A2BBC-3196-4F63-AAD0-BA7C563D552E}" presName="thickLine" presStyleLbl="alignNode1" presStyleIdx="1" presStyleCnt="3"/>
      <dgm:spPr/>
    </dgm:pt>
    <dgm:pt modelId="{61E5C79B-DA3D-48F3-B1D4-56E9050D7090}" type="pres">
      <dgm:prSet presAssocID="{DD7A2BBC-3196-4F63-AAD0-BA7C563D552E}" presName="horz1" presStyleCnt="0"/>
      <dgm:spPr/>
    </dgm:pt>
    <dgm:pt modelId="{8BADDB2D-89B3-4C08-808B-64D36E21C895}" type="pres">
      <dgm:prSet presAssocID="{DD7A2BBC-3196-4F63-AAD0-BA7C563D552E}" presName="tx1" presStyleLbl="revTx" presStyleIdx="1" presStyleCnt="3"/>
      <dgm:spPr/>
    </dgm:pt>
    <dgm:pt modelId="{55C03EE9-59A9-4C9D-82F7-78310E90ACDD}" type="pres">
      <dgm:prSet presAssocID="{DD7A2BBC-3196-4F63-AAD0-BA7C563D552E}" presName="vert1" presStyleCnt="0"/>
      <dgm:spPr/>
    </dgm:pt>
    <dgm:pt modelId="{3C2196EB-DE52-4113-AB3B-779D2680B709}" type="pres">
      <dgm:prSet presAssocID="{34ECB362-3A62-402F-98DD-402580C6C574}" presName="thickLine" presStyleLbl="alignNode1" presStyleIdx="2" presStyleCnt="3"/>
      <dgm:spPr/>
    </dgm:pt>
    <dgm:pt modelId="{EA9EDC06-2B00-47DD-B4A5-56F056A00DAE}" type="pres">
      <dgm:prSet presAssocID="{34ECB362-3A62-402F-98DD-402580C6C574}" presName="horz1" presStyleCnt="0"/>
      <dgm:spPr/>
    </dgm:pt>
    <dgm:pt modelId="{CA5105CF-8341-4877-B201-A705B62AC896}" type="pres">
      <dgm:prSet presAssocID="{34ECB362-3A62-402F-98DD-402580C6C574}" presName="tx1" presStyleLbl="revTx" presStyleIdx="2" presStyleCnt="3"/>
      <dgm:spPr/>
    </dgm:pt>
    <dgm:pt modelId="{EF3686E5-7C5E-4A66-99F2-B73F1BB504C8}" type="pres">
      <dgm:prSet presAssocID="{34ECB362-3A62-402F-98DD-402580C6C574}" presName="vert1" presStyleCnt="0"/>
      <dgm:spPr/>
    </dgm:pt>
  </dgm:ptLst>
  <dgm:cxnLst>
    <dgm:cxn modelId="{3BB4023C-7CAE-4F91-8C38-36C11B6E1A64}" type="presOf" srcId="{34ECB362-3A62-402F-98DD-402580C6C574}" destId="{CA5105CF-8341-4877-B201-A705B62AC896}" srcOrd="0" destOrd="0" presId="urn:microsoft.com/office/officeart/2008/layout/LinedList"/>
    <dgm:cxn modelId="{669C6A60-54DD-4254-90D2-D307C95006E6}" type="presOf" srcId="{11DE0C40-8B48-4619-A1E7-9C014E8F2A69}" destId="{4AC73BF5-5DF2-4261-8A29-FFC468821BCA}" srcOrd="0" destOrd="0" presId="urn:microsoft.com/office/officeart/2008/layout/LinedList"/>
    <dgm:cxn modelId="{E3087374-F4D4-433C-A94B-54DDD48AF544}" srcId="{11DE0C40-8B48-4619-A1E7-9C014E8F2A69}" destId="{3FC25314-57AA-43A7-9886-29715CEA309C}" srcOrd="0" destOrd="0" parTransId="{392BC23D-EA04-4A02-A457-0792AC969FE4}" sibTransId="{D64EEBF6-E642-43C6-8768-DFF31F083ABF}"/>
    <dgm:cxn modelId="{A7DA0F81-43D0-4012-941F-D01ADB1ABAF8}" type="presOf" srcId="{3FC25314-57AA-43A7-9886-29715CEA309C}" destId="{C565EDCA-3B04-4947-B474-7F3E7E22C6A3}" srcOrd="0" destOrd="0" presId="urn:microsoft.com/office/officeart/2008/layout/LinedList"/>
    <dgm:cxn modelId="{28BA8DAA-A509-46FC-BC0F-06DD01FB46A2}" srcId="{11DE0C40-8B48-4619-A1E7-9C014E8F2A69}" destId="{DD7A2BBC-3196-4F63-AAD0-BA7C563D552E}" srcOrd="1" destOrd="0" parTransId="{3560CD56-8410-404C-A4D5-A5C54970511E}" sibTransId="{CDB2DE01-5AD0-46CA-A96B-B52E19870649}"/>
    <dgm:cxn modelId="{B6AEF4BF-0C79-473D-892C-440704ACB280}" srcId="{11DE0C40-8B48-4619-A1E7-9C014E8F2A69}" destId="{34ECB362-3A62-402F-98DD-402580C6C574}" srcOrd="2" destOrd="0" parTransId="{C18887D5-8873-41BE-B834-4136D1FC56CD}" sibTransId="{594599A9-43D4-47C5-93E5-2866CA4B344A}"/>
    <dgm:cxn modelId="{CC3A97FE-E27B-4473-901A-A8B11CCD5833}" type="presOf" srcId="{DD7A2BBC-3196-4F63-AAD0-BA7C563D552E}" destId="{8BADDB2D-89B3-4C08-808B-64D36E21C895}" srcOrd="0" destOrd="0" presId="urn:microsoft.com/office/officeart/2008/layout/LinedList"/>
    <dgm:cxn modelId="{3CB86F84-ED9E-4CDA-A996-EF9CCAD9C489}" type="presParOf" srcId="{4AC73BF5-5DF2-4261-8A29-FFC468821BCA}" destId="{5591D476-67C2-452C-8BB0-9659D40FEBFC}" srcOrd="0" destOrd="0" presId="urn:microsoft.com/office/officeart/2008/layout/LinedList"/>
    <dgm:cxn modelId="{838E5992-8711-42FC-BF49-87F6F4A42F65}" type="presParOf" srcId="{4AC73BF5-5DF2-4261-8A29-FFC468821BCA}" destId="{D5269E8D-AEC3-4E73-824C-B316C8A564F3}" srcOrd="1" destOrd="0" presId="urn:microsoft.com/office/officeart/2008/layout/LinedList"/>
    <dgm:cxn modelId="{E3BBDF83-8FA2-409E-AF79-8F394B1F7419}" type="presParOf" srcId="{D5269E8D-AEC3-4E73-824C-B316C8A564F3}" destId="{C565EDCA-3B04-4947-B474-7F3E7E22C6A3}" srcOrd="0" destOrd="0" presId="urn:microsoft.com/office/officeart/2008/layout/LinedList"/>
    <dgm:cxn modelId="{8AE06A92-DC0C-4881-965F-335CAD5E7494}" type="presParOf" srcId="{D5269E8D-AEC3-4E73-824C-B316C8A564F3}" destId="{AC11EE3A-85D0-48D5-8463-AC3180EFB69B}" srcOrd="1" destOrd="0" presId="urn:microsoft.com/office/officeart/2008/layout/LinedList"/>
    <dgm:cxn modelId="{033F1D94-0AF3-43C2-873A-393B90130E6D}" type="presParOf" srcId="{4AC73BF5-5DF2-4261-8A29-FFC468821BCA}" destId="{E0104862-27D3-428A-90F8-2DEC997A8237}" srcOrd="2" destOrd="0" presId="urn:microsoft.com/office/officeart/2008/layout/LinedList"/>
    <dgm:cxn modelId="{1F71D664-628C-4C1C-B6D0-17DAB508F630}" type="presParOf" srcId="{4AC73BF5-5DF2-4261-8A29-FFC468821BCA}" destId="{61E5C79B-DA3D-48F3-B1D4-56E9050D7090}" srcOrd="3" destOrd="0" presId="urn:microsoft.com/office/officeart/2008/layout/LinedList"/>
    <dgm:cxn modelId="{3969CFF0-094C-4EB3-9E9B-00C35A0C1ABF}" type="presParOf" srcId="{61E5C79B-DA3D-48F3-B1D4-56E9050D7090}" destId="{8BADDB2D-89B3-4C08-808B-64D36E21C895}" srcOrd="0" destOrd="0" presId="urn:microsoft.com/office/officeart/2008/layout/LinedList"/>
    <dgm:cxn modelId="{DF7CED08-1264-439D-8A8B-E3C98C98A2BE}" type="presParOf" srcId="{61E5C79B-DA3D-48F3-B1D4-56E9050D7090}" destId="{55C03EE9-59A9-4C9D-82F7-78310E90ACDD}" srcOrd="1" destOrd="0" presId="urn:microsoft.com/office/officeart/2008/layout/LinedList"/>
    <dgm:cxn modelId="{FAD8281F-02F0-4912-A4CF-F6CABF46ED49}" type="presParOf" srcId="{4AC73BF5-5DF2-4261-8A29-FFC468821BCA}" destId="{3C2196EB-DE52-4113-AB3B-779D2680B709}" srcOrd="4" destOrd="0" presId="urn:microsoft.com/office/officeart/2008/layout/LinedList"/>
    <dgm:cxn modelId="{3253CD48-C83E-466B-9000-BB99EE286B85}" type="presParOf" srcId="{4AC73BF5-5DF2-4261-8A29-FFC468821BCA}" destId="{EA9EDC06-2B00-47DD-B4A5-56F056A00DAE}" srcOrd="5" destOrd="0" presId="urn:microsoft.com/office/officeart/2008/layout/LinedList"/>
    <dgm:cxn modelId="{F594ADE6-FA1E-4AED-928F-0828E46161F8}" type="presParOf" srcId="{EA9EDC06-2B00-47DD-B4A5-56F056A00DAE}" destId="{CA5105CF-8341-4877-B201-A705B62AC896}" srcOrd="0" destOrd="0" presId="urn:microsoft.com/office/officeart/2008/layout/LinedList"/>
    <dgm:cxn modelId="{343DFD5F-97AB-4169-AF97-54E5EB1E8498}" type="presParOf" srcId="{EA9EDC06-2B00-47DD-B4A5-56F056A00DAE}" destId="{EF3686E5-7C5E-4A66-99F2-B73F1BB504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2CD57B60-F83F-48E2-BB8B-D07F9EF4CDD7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0578D5B-370E-4993-B506-37D73CC4A65B}">
      <dgm:prSet/>
      <dgm:spPr/>
      <dgm:t>
        <a:bodyPr/>
        <a:lstStyle/>
        <a:p>
          <a:r>
            <a:rPr lang="en-GB" b="1"/>
            <a:t>Hello Packet</a:t>
          </a:r>
          <a:endParaRPr lang="en-US"/>
        </a:p>
      </dgm:t>
    </dgm:pt>
    <dgm:pt modelId="{D037F1E9-CE2D-47BD-9F1E-0275D3985499}" type="parTrans" cxnId="{D30787C0-FA20-45F3-94A7-AAC21E28E70A}">
      <dgm:prSet/>
      <dgm:spPr/>
      <dgm:t>
        <a:bodyPr/>
        <a:lstStyle/>
        <a:p>
          <a:endParaRPr lang="en-US"/>
        </a:p>
      </dgm:t>
    </dgm:pt>
    <dgm:pt modelId="{8A2BE7AB-C19C-4FDC-A5DD-42C49EF9717C}" type="sibTrans" cxnId="{D30787C0-FA20-45F3-94A7-AAC21E28E70A}">
      <dgm:prSet/>
      <dgm:spPr/>
      <dgm:t>
        <a:bodyPr/>
        <a:lstStyle/>
        <a:p>
          <a:endParaRPr lang="en-US"/>
        </a:p>
      </dgm:t>
    </dgm:pt>
    <dgm:pt modelId="{87E70AE6-36D2-4580-9BA0-11715A411A87}">
      <dgm:prSet/>
      <dgm:spPr/>
      <dgm:t>
        <a:bodyPr/>
        <a:lstStyle/>
        <a:p>
          <a:r>
            <a:rPr lang="en-GB"/>
            <a:t>The OSPF Type 1 packet is the Hello packet.</a:t>
          </a:r>
          <a:endParaRPr lang="en-US"/>
        </a:p>
      </dgm:t>
    </dgm:pt>
    <dgm:pt modelId="{B54D183E-2BBB-4AB2-9611-859D0D4001D5}" type="parTrans" cxnId="{742BF610-B1E4-4A03-A9C7-1E8C4EB1C44D}">
      <dgm:prSet/>
      <dgm:spPr/>
      <dgm:t>
        <a:bodyPr/>
        <a:lstStyle/>
        <a:p>
          <a:endParaRPr lang="en-US"/>
        </a:p>
      </dgm:t>
    </dgm:pt>
    <dgm:pt modelId="{99ECD37A-759C-4B6B-B34A-8A630F22E44B}" type="sibTrans" cxnId="{742BF610-B1E4-4A03-A9C7-1E8C4EB1C44D}">
      <dgm:prSet/>
      <dgm:spPr/>
      <dgm:t>
        <a:bodyPr/>
        <a:lstStyle/>
        <a:p>
          <a:endParaRPr lang="en-US"/>
        </a:p>
      </dgm:t>
    </dgm:pt>
    <dgm:pt modelId="{A3A3079B-BC1A-4E1A-813D-B89C9D7E2DAC}" type="pres">
      <dgm:prSet presAssocID="{2CD57B60-F83F-48E2-BB8B-D07F9EF4CDD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7F691D9-8684-4847-B0D1-5C85F5687EA5}" type="pres">
      <dgm:prSet presAssocID="{D0578D5B-370E-4993-B506-37D73CC4A65B}" presName="root" presStyleCnt="0"/>
      <dgm:spPr/>
    </dgm:pt>
    <dgm:pt modelId="{7FB81F50-6DAA-4106-A4D6-D64AC98A370F}" type="pres">
      <dgm:prSet presAssocID="{D0578D5B-370E-4993-B506-37D73CC4A65B}" presName="rootComposite" presStyleCnt="0"/>
      <dgm:spPr/>
    </dgm:pt>
    <dgm:pt modelId="{8F9D749E-2513-4E57-91DB-2187BF3C4D36}" type="pres">
      <dgm:prSet presAssocID="{D0578D5B-370E-4993-B506-37D73CC4A65B}" presName="rootText" presStyleLbl="node1" presStyleIdx="0" presStyleCnt="2"/>
      <dgm:spPr/>
    </dgm:pt>
    <dgm:pt modelId="{4A37716F-81EE-4031-BDCA-2BE1126F1002}" type="pres">
      <dgm:prSet presAssocID="{D0578D5B-370E-4993-B506-37D73CC4A65B}" presName="rootConnector" presStyleLbl="node1" presStyleIdx="0" presStyleCnt="2"/>
      <dgm:spPr/>
    </dgm:pt>
    <dgm:pt modelId="{1281813B-647C-49C5-A07F-D4CA442596B8}" type="pres">
      <dgm:prSet presAssocID="{D0578D5B-370E-4993-B506-37D73CC4A65B}" presName="childShape" presStyleCnt="0"/>
      <dgm:spPr/>
    </dgm:pt>
    <dgm:pt modelId="{4B2394BD-C480-46D7-A622-9AD925DBBFB5}" type="pres">
      <dgm:prSet presAssocID="{87E70AE6-36D2-4580-9BA0-11715A411A87}" presName="root" presStyleCnt="0"/>
      <dgm:spPr/>
    </dgm:pt>
    <dgm:pt modelId="{A8BAABCC-DFF4-4C50-9FCE-AC2653A5C3D9}" type="pres">
      <dgm:prSet presAssocID="{87E70AE6-36D2-4580-9BA0-11715A411A87}" presName="rootComposite" presStyleCnt="0"/>
      <dgm:spPr/>
    </dgm:pt>
    <dgm:pt modelId="{B348F681-C984-4C04-AE3C-51B16395D871}" type="pres">
      <dgm:prSet presAssocID="{87E70AE6-36D2-4580-9BA0-11715A411A87}" presName="rootText" presStyleLbl="node1" presStyleIdx="1" presStyleCnt="2"/>
      <dgm:spPr/>
    </dgm:pt>
    <dgm:pt modelId="{E2CAFF79-CBD8-49A4-8162-3B9CE9ACD64C}" type="pres">
      <dgm:prSet presAssocID="{87E70AE6-36D2-4580-9BA0-11715A411A87}" presName="rootConnector" presStyleLbl="node1" presStyleIdx="1" presStyleCnt="2"/>
      <dgm:spPr/>
    </dgm:pt>
    <dgm:pt modelId="{9B7DDBCC-3543-4423-80A9-901772C77E97}" type="pres">
      <dgm:prSet presAssocID="{87E70AE6-36D2-4580-9BA0-11715A411A87}" presName="childShape" presStyleCnt="0"/>
      <dgm:spPr/>
    </dgm:pt>
  </dgm:ptLst>
  <dgm:cxnLst>
    <dgm:cxn modelId="{742BF610-B1E4-4A03-A9C7-1E8C4EB1C44D}" srcId="{2CD57B60-F83F-48E2-BB8B-D07F9EF4CDD7}" destId="{87E70AE6-36D2-4580-9BA0-11715A411A87}" srcOrd="1" destOrd="0" parTransId="{B54D183E-2BBB-4AB2-9611-859D0D4001D5}" sibTransId="{99ECD37A-759C-4B6B-B34A-8A630F22E44B}"/>
    <dgm:cxn modelId="{10380727-14DC-4809-A7BF-AD28C6971DC1}" type="presOf" srcId="{D0578D5B-370E-4993-B506-37D73CC4A65B}" destId="{4A37716F-81EE-4031-BDCA-2BE1126F1002}" srcOrd="1" destOrd="0" presId="urn:microsoft.com/office/officeart/2005/8/layout/hierarchy3"/>
    <dgm:cxn modelId="{86C62D42-E6CB-4728-815A-10594C76AD4D}" type="presOf" srcId="{D0578D5B-370E-4993-B506-37D73CC4A65B}" destId="{8F9D749E-2513-4E57-91DB-2187BF3C4D36}" srcOrd="0" destOrd="0" presId="urn:microsoft.com/office/officeart/2005/8/layout/hierarchy3"/>
    <dgm:cxn modelId="{59765276-F9D6-4736-91E0-69D6A017CDDB}" type="presOf" srcId="{2CD57B60-F83F-48E2-BB8B-D07F9EF4CDD7}" destId="{A3A3079B-BC1A-4E1A-813D-B89C9D7E2DAC}" srcOrd="0" destOrd="0" presId="urn:microsoft.com/office/officeart/2005/8/layout/hierarchy3"/>
    <dgm:cxn modelId="{FB2ABBA0-0088-423B-A1D8-437F84AFC10B}" type="presOf" srcId="{87E70AE6-36D2-4580-9BA0-11715A411A87}" destId="{B348F681-C984-4C04-AE3C-51B16395D871}" srcOrd="0" destOrd="0" presId="urn:microsoft.com/office/officeart/2005/8/layout/hierarchy3"/>
    <dgm:cxn modelId="{D10AF2AE-84B7-465E-A3A7-3C4AB7587B97}" type="presOf" srcId="{87E70AE6-36D2-4580-9BA0-11715A411A87}" destId="{E2CAFF79-CBD8-49A4-8162-3B9CE9ACD64C}" srcOrd="1" destOrd="0" presId="urn:microsoft.com/office/officeart/2005/8/layout/hierarchy3"/>
    <dgm:cxn modelId="{D30787C0-FA20-45F3-94A7-AAC21E28E70A}" srcId="{2CD57B60-F83F-48E2-BB8B-D07F9EF4CDD7}" destId="{D0578D5B-370E-4993-B506-37D73CC4A65B}" srcOrd="0" destOrd="0" parTransId="{D037F1E9-CE2D-47BD-9F1E-0275D3985499}" sibTransId="{8A2BE7AB-C19C-4FDC-A5DD-42C49EF9717C}"/>
    <dgm:cxn modelId="{D0ED7B95-0C94-4608-B0F8-84DDB183183A}" type="presParOf" srcId="{A3A3079B-BC1A-4E1A-813D-B89C9D7E2DAC}" destId="{37F691D9-8684-4847-B0D1-5C85F5687EA5}" srcOrd="0" destOrd="0" presId="urn:microsoft.com/office/officeart/2005/8/layout/hierarchy3"/>
    <dgm:cxn modelId="{D724F48E-57ED-4458-AE3D-E2986CE160CA}" type="presParOf" srcId="{37F691D9-8684-4847-B0D1-5C85F5687EA5}" destId="{7FB81F50-6DAA-4106-A4D6-D64AC98A370F}" srcOrd="0" destOrd="0" presId="urn:microsoft.com/office/officeart/2005/8/layout/hierarchy3"/>
    <dgm:cxn modelId="{56B04FA5-AA60-4F27-B237-A0C9B4518231}" type="presParOf" srcId="{7FB81F50-6DAA-4106-A4D6-D64AC98A370F}" destId="{8F9D749E-2513-4E57-91DB-2187BF3C4D36}" srcOrd="0" destOrd="0" presId="urn:microsoft.com/office/officeart/2005/8/layout/hierarchy3"/>
    <dgm:cxn modelId="{ADF1C581-6627-4A44-93F7-368390EFA3FF}" type="presParOf" srcId="{7FB81F50-6DAA-4106-A4D6-D64AC98A370F}" destId="{4A37716F-81EE-4031-BDCA-2BE1126F1002}" srcOrd="1" destOrd="0" presId="urn:microsoft.com/office/officeart/2005/8/layout/hierarchy3"/>
    <dgm:cxn modelId="{187E4FCE-0494-461E-B6CE-FB78CB52DF74}" type="presParOf" srcId="{37F691D9-8684-4847-B0D1-5C85F5687EA5}" destId="{1281813B-647C-49C5-A07F-D4CA442596B8}" srcOrd="1" destOrd="0" presId="urn:microsoft.com/office/officeart/2005/8/layout/hierarchy3"/>
    <dgm:cxn modelId="{65BF5331-6C6B-4DD1-B745-3E580C60C0BD}" type="presParOf" srcId="{A3A3079B-BC1A-4E1A-813D-B89C9D7E2DAC}" destId="{4B2394BD-C480-46D7-A622-9AD925DBBFB5}" srcOrd="1" destOrd="0" presId="urn:microsoft.com/office/officeart/2005/8/layout/hierarchy3"/>
    <dgm:cxn modelId="{9EAFAE33-EBE6-4279-9C58-CAEA61050C44}" type="presParOf" srcId="{4B2394BD-C480-46D7-A622-9AD925DBBFB5}" destId="{A8BAABCC-DFF4-4C50-9FCE-AC2653A5C3D9}" srcOrd="0" destOrd="0" presId="urn:microsoft.com/office/officeart/2005/8/layout/hierarchy3"/>
    <dgm:cxn modelId="{5010D4DB-B023-4E17-A09A-1BA3C13EC7BD}" type="presParOf" srcId="{A8BAABCC-DFF4-4C50-9FCE-AC2653A5C3D9}" destId="{B348F681-C984-4C04-AE3C-51B16395D871}" srcOrd="0" destOrd="0" presId="urn:microsoft.com/office/officeart/2005/8/layout/hierarchy3"/>
    <dgm:cxn modelId="{A52A3F7C-49FF-4D1C-89AD-4B70A3D17736}" type="presParOf" srcId="{A8BAABCC-DFF4-4C50-9FCE-AC2653A5C3D9}" destId="{E2CAFF79-CBD8-49A4-8162-3B9CE9ACD64C}" srcOrd="1" destOrd="0" presId="urn:microsoft.com/office/officeart/2005/8/layout/hierarchy3"/>
    <dgm:cxn modelId="{9EDB883B-DCF8-487F-BC41-F36E3ABB066C}" type="presParOf" srcId="{4B2394BD-C480-46D7-A622-9AD925DBBFB5}" destId="{9B7DDBCC-3543-4423-80A9-901772C77E9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E34687F6-30DB-4423-8B9A-7B1759AB0A8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09B18B-07F5-4AF9-83D2-8B72E7DD3810}">
      <dgm:prSet/>
      <dgm:spPr/>
      <dgm:t>
        <a:bodyPr/>
        <a:lstStyle/>
        <a:p>
          <a:r>
            <a:rPr lang="en-GB"/>
            <a:t>Discover OSPF neighbours and establish neighbour adjacencies.</a:t>
          </a:r>
          <a:endParaRPr lang="en-US"/>
        </a:p>
      </dgm:t>
    </dgm:pt>
    <dgm:pt modelId="{03440801-09AB-4148-B247-753533553690}" type="parTrans" cxnId="{BE549916-09C2-4740-8650-4CE66EF22019}">
      <dgm:prSet/>
      <dgm:spPr/>
      <dgm:t>
        <a:bodyPr/>
        <a:lstStyle/>
        <a:p>
          <a:endParaRPr lang="en-US"/>
        </a:p>
      </dgm:t>
    </dgm:pt>
    <dgm:pt modelId="{3D456770-1247-4CBA-84EE-ED48D38DA925}" type="sibTrans" cxnId="{BE549916-09C2-4740-8650-4CE66EF22019}">
      <dgm:prSet/>
      <dgm:spPr/>
      <dgm:t>
        <a:bodyPr/>
        <a:lstStyle/>
        <a:p>
          <a:endParaRPr lang="en-US"/>
        </a:p>
      </dgm:t>
    </dgm:pt>
    <dgm:pt modelId="{63FE4225-BCB6-4669-8517-175FD47E6D68}">
      <dgm:prSet/>
      <dgm:spPr/>
      <dgm:t>
        <a:bodyPr/>
        <a:lstStyle/>
        <a:p>
          <a:r>
            <a:rPr lang="en-GB"/>
            <a:t>Advertise parameters on which two routers must agree to become neighbours.</a:t>
          </a:r>
          <a:endParaRPr lang="en-US"/>
        </a:p>
      </dgm:t>
    </dgm:pt>
    <dgm:pt modelId="{F3BAFD43-1056-445B-84B3-009B0244A0CE}" type="parTrans" cxnId="{334E36AF-AC6B-45F2-BE5B-3E90E33AFA72}">
      <dgm:prSet/>
      <dgm:spPr/>
      <dgm:t>
        <a:bodyPr/>
        <a:lstStyle/>
        <a:p>
          <a:endParaRPr lang="en-US"/>
        </a:p>
      </dgm:t>
    </dgm:pt>
    <dgm:pt modelId="{7CD4C4CD-1352-4D5F-97D6-84773C6C0A4A}" type="sibTrans" cxnId="{334E36AF-AC6B-45F2-BE5B-3E90E33AFA72}">
      <dgm:prSet/>
      <dgm:spPr/>
      <dgm:t>
        <a:bodyPr/>
        <a:lstStyle/>
        <a:p>
          <a:endParaRPr lang="en-US"/>
        </a:p>
      </dgm:t>
    </dgm:pt>
    <dgm:pt modelId="{5EBDB02A-061A-4B50-92D4-5A48C2CD3473}">
      <dgm:prSet/>
      <dgm:spPr/>
      <dgm:t>
        <a:bodyPr/>
        <a:lstStyle/>
        <a:p>
          <a:r>
            <a:rPr lang="en-GB"/>
            <a:t>Elect the Designated Router (DR) and Backup Designated Router (BDR) on multi-access networks like Ethernet and Frame Relay. </a:t>
          </a:r>
          <a:endParaRPr lang="en-US"/>
        </a:p>
      </dgm:t>
    </dgm:pt>
    <dgm:pt modelId="{171280E5-56FA-4393-A326-E24883F0CD7A}" type="parTrans" cxnId="{A382210E-5B69-4EBE-B65D-F76F57D3FE31}">
      <dgm:prSet/>
      <dgm:spPr/>
      <dgm:t>
        <a:bodyPr/>
        <a:lstStyle/>
        <a:p>
          <a:endParaRPr lang="en-US"/>
        </a:p>
      </dgm:t>
    </dgm:pt>
    <dgm:pt modelId="{1609F740-2008-47C6-94EC-685B269B42EE}" type="sibTrans" cxnId="{A382210E-5B69-4EBE-B65D-F76F57D3FE31}">
      <dgm:prSet/>
      <dgm:spPr/>
      <dgm:t>
        <a:bodyPr/>
        <a:lstStyle/>
        <a:p>
          <a:endParaRPr lang="en-US"/>
        </a:p>
      </dgm:t>
    </dgm:pt>
    <dgm:pt modelId="{A0A52687-B441-430D-87F7-C39F1B5B1FF0}">
      <dgm:prSet/>
      <dgm:spPr/>
      <dgm:t>
        <a:bodyPr/>
        <a:lstStyle/>
        <a:p>
          <a:r>
            <a:rPr lang="en-GB"/>
            <a:t>Point-to-point links do not require DR or BDR.</a:t>
          </a:r>
          <a:endParaRPr lang="en-US"/>
        </a:p>
      </dgm:t>
    </dgm:pt>
    <dgm:pt modelId="{85A64D16-8475-4EF7-A149-ADB9083833A8}" type="parTrans" cxnId="{CACDC03D-090D-4906-B725-FC07D1044AA7}">
      <dgm:prSet/>
      <dgm:spPr/>
      <dgm:t>
        <a:bodyPr/>
        <a:lstStyle/>
        <a:p>
          <a:endParaRPr lang="en-US"/>
        </a:p>
      </dgm:t>
    </dgm:pt>
    <dgm:pt modelId="{B218236B-22DF-4AEF-814B-D371F1225AFA}" type="sibTrans" cxnId="{CACDC03D-090D-4906-B725-FC07D1044AA7}">
      <dgm:prSet/>
      <dgm:spPr/>
      <dgm:t>
        <a:bodyPr/>
        <a:lstStyle/>
        <a:p>
          <a:endParaRPr lang="en-US"/>
        </a:p>
      </dgm:t>
    </dgm:pt>
    <dgm:pt modelId="{35728D97-25DC-4C28-8E5E-B47FD15CF7E5}" type="pres">
      <dgm:prSet presAssocID="{E34687F6-30DB-4423-8B9A-7B1759AB0A80}" presName="linear" presStyleCnt="0">
        <dgm:presLayoutVars>
          <dgm:animLvl val="lvl"/>
          <dgm:resizeHandles val="exact"/>
        </dgm:presLayoutVars>
      </dgm:prSet>
      <dgm:spPr/>
    </dgm:pt>
    <dgm:pt modelId="{2B00458B-2009-441E-ADFB-9AFCB46047BF}" type="pres">
      <dgm:prSet presAssocID="{4709B18B-07F5-4AF9-83D2-8B72E7DD38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602754-FAB1-4857-AB8B-41B92D23A3D9}" type="pres">
      <dgm:prSet presAssocID="{3D456770-1247-4CBA-84EE-ED48D38DA925}" presName="spacer" presStyleCnt="0"/>
      <dgm:spPr/>
    </dgm:pt>
    <dgm:pt modelId="{37785D48-E851-4B2B-925C-B3480BF58AB0}" type="pres">
      <dgm:prSet presAssocID="{63FE4225-BCB6-4669-8517-175FD47E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D6B4E3-9C75-4522-BACF-D8C813B99B5C}" type="pres">
      <dgm:prSet presAssocID="{7CD4C4CD-1352-4D5F-97D6-84773C6C0A4A}" presName="spacer" presStyleCnt="0"/>
      <dgm:spPr/>
    </dgm:pt>
    <dgm:pt modelId="{1296AA72-8DAB-4B59-AB5B-30787F8042C2}" type="pres">
      <dgm:prSet presAssocID="{5EBDB02A-061A-4B50-92D4-5A48C2CD34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C0A865-8D62-4C74-AC66-5B8B83B27DD3}" type="pres">
      <dgm:prSet presAssocID="{1609F740-2008-47C6-94EC-685B269B42EE}" presName="spacer" presStyleCnt="0"/>
      <dgm:spPr/>
    </dgm:pt>
    <dgm:pt modelId="{23717660-E2BE-4458-8B13-6EBE95B63546}" type="pres">
      <dgm:prSet presAssocID="{A0A52687-B441-430D-87F7-C39F1B5B1FF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46A40C-5462-4631-9931-295B65BD5BC7}" type="presOf" srcId="{E34687F6-30DB-4423-8B9A-7B1759AB0A80}" destId="{35728D97-25DC-4C28-8E5E-B47FD15CF7E5}" srcOrd="0" destOrd="0" presId="urn:microsoft.com/office/officeart/2005/8/layout/vList2"/>
    <dgm:cxn modelId="{A382210E-5B69-4EBE-B65D-F76F57D3FE31}" srcId="{E34687F6-30DB-4423-8B9A-7B1759AB0A80}" destId="{5EBDB02A-061A-4B50-92D4-5A48C2CD3473}" srcOrd="2" destOrd="0" parTransId="{171280E5-56FA-4393-A326-E24883F0CD7A}" sibTransId="{1609F740-2008-47C6-94EC-685B269B42EE}"/>
    <dgm:cxn modelId="{CDE46916-2AE2-4B8B-9FCC-D6F94149F055}" type="presOf" srcId="{63FE4225-BCB6-4669-8517-175FD47E6D68}" destId="{37785D48-E851-4B2B-925C-B3480BF58AB0}" srcOrd="0" destOrd="0" presId="urn:microsoft.com/office/officeart/2005/8/layout/vList2"/>
    <dgm:cxn modelId="{BE549916-09C2-4740-8650-4CE66EF22019}" srcId="{E34687F6-30DB-4423-8B9A-7B1759AB0A80}" destId="{4709B18B-07F5-4AF9-83D2-8B72E7DD3810}" srcOrd="0" destOrd="0" parTransId="{03440801-09AB-4148-B247-753533553690}" sibTransId="{3D456770-1247-4CBA-84EE-ED48D38DA925}"/>
    <dgm:cxn modelId="{CACDC03D-090D-4906-B725-FC07D1044AA7}" srcId="{E34687F6-30DB-4423-8B9A-7B1759AB0A80}" destId="{A0A52687-B441-430D-87F7-C39F1B5B1FF0}" srcOrd="3" destOrd="0" parTransId="{85A64D16-8475-4EF7-A149-ADB9083833A8}" sibTransId="{B218236B-22DF-4AEF-814B-D371F1225AFA}"/>
    <dgm:cxn modelId="{7B7C4A57-AF8D-47A5-809D-131BDAC200FB}" type="presOf" srcId="{A0A52687-B441-430D-87F7-C39F1B5B1FF0}" destId="{23717660-E2BE-4458-8B13-6EBE95B63546}" srcOrd="0" destOrd="0" presId="urn:microsoft.com/office/officeart/2005/8/layout/vList2"/>
    <dgm:cxn modelId="{9E3E0CA4-7D0F-47CA-939F-0EA390B8B4EB}" type="presOf" srcId="{5EBDB02A-061A-4B50-92D4-5A48C2CD3473}" destId="{1296AA72-8DAB-4B59-AB5B-30787F8042C2}" srcOrd="0" destOrd="0" presId="urn:microsoft.com/office/officeart/2005/8/layout/vList2"/>
    <dgm:cxn modelId="{334E36AF-AC6B-45F2-BE5B-3E90E33AFA72}" srcId="{E34687F6-30DB-4423-8B9A-7B1759AB0A80}" destId="{63FE4225-BCB6-4669-8517-175FD47E6D68}" srcOrd="1" destOrd="0" parTransId="{F3BAFD43-1056-445B-84B3-009B0244A0CE}" sibTransId="{7CD4C4CD-1352-4D5F-97D6-84773C6C0A4A}"/>
    <dgm:cxn modelId="{BAAD4FCC-3C39-4558-A4C0-7F31F5BAAB29}" type="presOf" srcId="{4709B18B-07F5-4AF9-83D2-8B72E7DD3810}" destId="{2B00458B-2009-441E-ADFB-9AFCB46047BF}" srcOrd="0" destOrd="0" presId="urn:microsoft.com/office/officeart/2005/8/layout/vList2"/>
    <dgm:cxn modelId="{D399EEE4-2843-43D4-98BE-70C97860A5EA}" type="presParOf" srcId="{35728D97-25DC-4C28-8E5E-B47FD15CF7E5}" destId="{2B00458B-2009-441E-ADFB-9AFCB46047BF}" srcOrd="0" destOrd="0" presId="urn:microsoft.com/office/officeart/2005/8/layout/vList2"/>
    <dgm:cxn modelId="{74CC57F5-AE7C-4E40-B5EC-2243354C9476}" type="presParOf" srcId="{35728D97-25DC-4C28-8E5E-B47FD15CF7E5}" destId="{F5602754-FAB1-4857-AB8B-41B92D23A3D9}" srcOrd="1" destOrd="0" presId="urn:microsoft.com/office/officeart/2005/8/layout/vList2"/>
    <dgm:cxn modelId="{4F4C4643-5A99-48E8-AFAE-47B06D7E0388}" type="presParOf" srcId="{35728D97-25DC-4C28-8E5E-B47FD15CF7E5}" destId="{37785D48-E851-4B2B-925C-B3480BF58AB0}" srcOrd="2" destOrd="0" presId="urn:microsoft.com/office/officeart/2005/8/layout/vList2"/>
    <dgm:cxn modelId="{E14A8ACF-6D55-4449-B34C-13151FEF9DBD}" type="presParOf" srcId="{35728D97-25DC-4C28-8E5E-B47FD15CF7E5}" destId="{17D6B4E3-9C75-4522-BACF-D8C813B99B5C}" srcOrd="3" destOrd="0" presId="urn:microsoft.com/office/officeart/2005/8/layout/vList2"/>
    <dgm:cxn modelId="{6FA89DC1-55F3-4A1C-929E-E00F39322DCA}" type="presParOf" srcId="{35728D97-25DC-4C28-8E5E-B47FD15CF7E5}" destId="{1296AA72-8DAB-4B59-AB5B-30787F8042C2}" srcOrd="4" destOrd="0" presId="urn:microsoft.com/office/officeart/2005/8/layout/vList2"/>
    <dgm:cxn modelId="{6D17D2BA-62E4-4835-8378-C21E011FCA50}" type="presParOf" srcId="{35728D97-25DC-4C28-8E5E-B47FD15CF7E5}" destId="{6FC0A865-8D62-4C74-AC66-5B8B83B27DD3}" srcOrd="5" destOrd="0" presId="urn:microsoft.com/office/officeart/2005/8/layout/vList2"/>
    <dgm:cxn modelId="{59901911-5970-415E-931C-9B2627178E72}" type="presParOf" srcId="{35728D97-25DC-4C28-8E5E-B47FD15CF7E5}" destId="{23717660-E2BE-4458-8B13-6EBE95B635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E9B4466-16D8-4B5D-99CA-D4BC2BE6E6E5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23DCCD-109D-4C2A-BB3A-49722F81E1FB}">
      <dgm:prSet/>
      <dgm:spPr/>
      <dgm:t>
        <a:bodyPr/>
        <a:lstStyle/>
        <a:p>
          <a:r>
            <a:rPr lang="en-GB" b="1"/>
            <a:t>Type </a:t>
          </a:r>
          <a:r>
            <a:rPr lang="en-GB"/>
            <a:t>- Identifies the type of packet.</a:t>
          </a:r>
          <a:endParaRPr lang="en-US"/>
        </a:p>
      </dgm:t>
    </dgm:pt>
    <dgm:pt modelId="{BF6A71A1-73AB-48FC-A337-4293EEF6BA31}" type="parTrans" cxnId="{C13F9391-FF53-41CA-8963-B977A15A5091}">
      <dgm:prSet/>
      <dgm:spPr/>
      <dgm:t>
        <a:bodyPr/>
        <a:lstStyle/>
        <a:p>
          <a:endParaRPr lang="en-US"/>
        </a:p>
      </dgm:t>
    </dgm:pt>
    <dgm:pt modelId="{F43CCB89-D220-456A-B12B-DF2D96221145}" type="sibTrans" cxnId="{C13F9391-FF53-41CA-8963-B977A15A5091}">
      <dgm:prSet/>
      <dgm:spPr/>
      <dgm:t>
        <a:bodyPr/>
        <a:lstStyle/>
        <a:p>
          <a:endParaRPr lang="en-US"/>
        </a:p>
      </dgm:t>
    </dgm:pt>
    <dgm:pt modelId="{A59F0280-323A-4BC0-A445-625948CCF0AA}">
      <dgm:prSet/>
      <dgm:spPr/>
      <dgm:t>
        <a:bodyPr/>
        <a:lstStyle/>
        <a:p>
          <a:r>
            <a:rPr lang="en-GB"/>
            <a:t>(1) = indicates a Hello packet.</a:t>
          </a:r>
          <a:endParaRPr lang="en-US"/>
        </a:p>
      </dgm:t>
    </dgm:pt>
    <dgm:pt modelId="{7B399B06-60CE-47AC-8A4B-96840FC5E408}" type="parTrans" cxnId="{F308F4ED-469C-411B-A54E-F3E227E12AF3}">
      <dgm:prSet/>
      <dgm:spPr/>
      <dgm:t>
        <a:bodyPr/>
        <a:lstStyle/>
        <a:p>
          <a:endParaRPr lang="en-US"/>
        </a:p>
      </dgm:t>
    </dgm:pt>
    <dgm:pt modelId="{A9DD2900-F18D-4E14-B0E9-280AFF123616}" type="sibTrans" cxnId="{F308F4ED-469C-411B-A54E-F3E227E12AF3}">
      <dgm:prSet/>
      <dgm:spPr/>
      <dgm:t>
        <a:bodyPr/>
        <a:lstStyle/>
        <a:p>
          <a:endParaRPr lang="en-US"/>
        </a:p>
      </dgm:t>
    </dgm:pt>
    <dgm:pt modelId="{D3651C6B-0366-49DE-8533-EF88EEC1800F}">
      <dgm:prSet/>
      <dgm:spPr/>
      <dgm:t>
        <a:bodyPr/>
        <a:lstStyle/>
        <a:p>
          <a:r>
            <a:rPr lang="en-GB"/>
            <a:t>(2)= identifies a DBD packet, (database description packet).</a:t>
          </a:r>
          <a:endParaRPr lang="en-US"/>
        </a:p>
      </dgm:t>
    </dgm:pt>
    <dgm:pt modelId="{29DB1BCC-0A5C-483B-B36E-205FE4DC9CB5}" type="parTrans" cxnId="{DF24566D-2524-469A-83E6-E626FF527F06}">
      <dgm:prSet/>
      <dgm:spPr/>
      <dgm:t>
        <a:bodyPr/>
        <a:lstStyle/>
        <a:p>
          <a:endParaRPr lang="en-US"/>
        </a:p>
      </dgm:t>
    </dgm:pt>
    <dgm:pt modelId="{793AF4F8-C088-4BC8-9E2B-5932FE4693A8}" type="sibTrans" cxnId="{DF24566D-2524-469A-83E6-E626FF527F06}">
      <dgm:prSet/>
      <dgm:spPr/>
      <dgm:t>
        <a:bodyPr/>
        <a:lstStyle/>
        <a:p>
          <a:endParaRPr lang="en-US"/>
        </a:p>
      </dgm:t>
    </dgm:pt>
    <dgm:pt modelId="{AEE6147A-DE4F-4DA9-A9F4-4F126520BBFB}">
      <dgm:prSet/>
      <dgm:spPr/>
      <dgm:t>
        <a:bodyPr/>
        <a:lstStyle/>
        <a:p>
          <a:r>
            <a:rPr lang="en-GB"/>
            <a:t>(3) a LSR packet, (Link State Request)</a:t>
          </a:r>
          <a:endParaRPr lang="en-US"/>
        </a:p>
      </dgm:t>
    </dgm:pt>
    <dgm:pt modelId="{AB889DD9-5C3C-45AE-BB2F-95E5648AF71B}" type="parTrans" cxnId="{C6D338E5-D15F-410C-BD31-6443A274084A}">
      <dgm:prSet/>
      <dgm:spPr/>
      <dgm:t>
        <a:bodyPr/>
        <a:lstStyle/>
        <a:p>
          <a:endParaRPr lang="en-US"/>
        </a:p>
      </dgm:t>
    </dgm:pt>
    <dgm:pt modelId="{FB00E148-9B82-4DDA-9E5F-5CD432136A83}" type="sibTrans" cxnId="{C6D338E5-D15F-410C-BD31-6443A274084A}">
      <dgm:prSet/>
      <dgm:spPr/>
      <dgm:t>
        <a:bodyPr/>
        <a:lstStyle/>
        <a:p>
          <a:endParaRPr lang="en-US"/>
        </a:p>
      </dgm:t>
    </dgm:pt>
    <dgm:pt modelId="{E41C5786-4AE4-4818-A6FF-7466C5478DB2}">
      <dgm:prSet/>
      <dgm:spPr/>
      <dgm:t>
        <a:bodyPr/>
        <a:lstStyle/>
        <a:p>
          <a:r>
            <a:rPr lang="en-GB"/>
            <a:t>(4) a LSU packet, (Link State Update)</a:t>
          </a:r>
          <a:endParaRPr lang="en-US"/>
        </a:p>
      </dgm:t>
    </dgm:pt>
    <dgm:pt modelId="{59F09851-30A4-4C72-B257-CB05153AEE1B}" type="parTrans" cxnId="{DAE9694C-257A-4BC1-B783-2612E17F1DFA}">
      <dgm:prSet/>
      <dgm:spPr/>
      <dgm:t>
        <a:bodyPr/>
        <a:lstStyle/>
        <a:p>
          <a:endParaRPr lang="en-US"/>
        </a:p>
      </dgm:t>
    </dgm:pt>
    <dgm:pt modelId="{17A30F39-D36C-4582-8825-1E9944D4C785}" type="sibTrans" cxnId="{DAE9694C-257A-4BC1-B783-2612E17F1DFA}">
      <dgm:prSet/>
      <dgm:spPr/>
      <dgm:t>
        <a:bodyPr/>
        <a:lstStyle/>
        <a:p>
          <a:endParaRPr lang="en-US"/>
        </a:p>
      </dgm:t>
    </dgm:pt>
    <dgm:pt modelId="{1955CCE2-7E26-49AF-82ED-9776032E0DB5}">
      <dgm:prSet/>
      <dgm:spPr/>
      <dgm:t>
        <a:bodyPr/>
        <a:lstStyle/>
        <a:p>
          <a:r>
            <a:rPr lang="en-GB"/>
            <a:t>(5) a LSAck packet.</a:t>
          </a:r>
          <a:endParaRPr lang="en-US"/>
        </a:p>
      </dgm:t>
    </dgm:pt>
    <dgm:pt modelId="{DDA28676-E8AC-4197-818B-6E14C1ED396F}" type="parTrans" cxnId="{1265459E-ABA1-454C-961E-E55408BA821F}">
      <dgm:prSet/>
      <dgm:spPr/>
      <dgm:t>
        <a:bodyPr/>
        <a:lstStyle/>
        <a:p>
          <a:endParaRPr lang="en-US"/>
        </a:p>
      </dgm:t>
    </dgm:pt>
    <dgm:pt modelId="{A61130CC-F0D6-4124-BDD8-4543E7883951}" type="sibTrans" cxnId="{1265459E-ABA1-454C-961E-E55408BA821F}">
      <dgm:prSet/>
      <dgm:spPr/>
      <dgm:t>
        <a:bodyPr/>
        <a:lstStyle/>
        <a:p>
          <a:endParaRPr lang="en-US"/>
        </a:p>
      </dgm:t>
    </dgm:pt>
    <dgm:pt modelId="{8BE4BC4B-7E38-441F-8603-1FE653A66AD3}" type="pres">
      <dgm:prSet presAssocID="{0E9B4466-16D8-4B5D-99CA-D4BC2BE6E6E5}" presName="vert0" presStyleCnt="0">
        <dgm:presLayoutVars>
          <dgm:dir/>
          <dgm:animOne val="branch"/>
          <dgm:animLvl val="lvl"/>
        </dgm:presLayoutVars>
      </dgm:prSet>
      <dgm:spPr/>
    </dgm:pt>
    <dgm:pt modelId="{E7C4C82C-8EDD-43FC-B74F-46E6754CB8F1}" type="pres">
      <dgm:prSet presAssocID="{2923DCCD-109D-4C2A-BB3A-49722F81E1FB}" presName="thickLine" presStyleLbl="alignNode1" presStyleIdx="0" presStyleCnt="6"/>
      <dgm:spPr/>
    </dgm:pt>
    <dgm:pt modelId="{8DDAF1DE-B725-4D03-9175-8AE996C0C2C9}" type="pres">
      <dgm:prSet presAssocID="{2923DCCD-109D-4C2A-BB3A-49722F81E1FB}" presName="horz1" presStyleCnt="0"/>
      <dgm:spPr/>
    </dgm:pt>
    <dgm:pt modelId="{347B2366-17BE-45DF-A6B3-D19EC3E73B65}" type="pres">
      <dgm:prSet presAssocID="{2923DCCD-109D-4C2A-BB3A-49722F81E1FB}" presName="tx1" presStyleLbl="revTx" presStyleIdx="0" presStyleCnt="6"/>
      <dgm:spPr/>
    </dgm:pt>
    <dgm:pt modelId="{AE627D67-42CE-4B71-A8E8-6E283E70205D}" type="pres">
      <dgm:prSet presAssocID="{2923DCCD-109D-4C2A-BB3A-49722F81E1FB}" presName="vert1" presStyleCnt="0"/>
      <dgm:spPr/>
    </dgm:pt>
    <dgm:pt modelId="{A0AA59AC-7E79-41A3-951C-173BC969360A}" type="pres">
      <dgm:prSet presAssocID="{A59F0280-323A-4BC0-A445-625948CCF0AA}" presName="thickLine" presStyleLbl="alignNode1" presStyleIdx="1" presStyleCnt="6"/>
      <dgm:spPr/>
    </dgm:pt>
    <dgm:pt modelId="{7F6D9A41-7209-46A6-9387-FE814E7D26C4}" type="pres">
      <dgm:prSet presAssocID="{A59F0280-323A-4BC0-A445-625948CCF0AA}" presName="horz1" presStyleCnt="0"/>
      <dgm:spPr/>
    </dgm:pt>
    <dgm:pt modelId="{6CEA0FD8-B9F5-48D6-928C-D3675ADA5739}" type="pres">
      <dgm:prSet presAssocID="{A59F0280-323A-4BC0-A445-625948CCF0AA}" presName="tx1" presStyleLbl="revTx" presStyleIdx="1" presStyleCnt="6"/>
      <dgm:spPr/>
    </dgm:pt>
    <dgm:pt modelId="{F1F85536-5C6A-4C40-AC92-D7F527D515FB}" type="pres">
      <dgm:prSet presAssocID="{A59F0280-323A-4BC0-A445-625948CCF0AA}" presName="vert1" presStyleCnt="0"/>
      <dgm:spPr/>
    </dgm:pt>
    <dgm:pt modelId="{2D7C2177-0B4F-4AD6-9394-A42FAA329687}" type="pres">
      <dgm:prSet presAssocID="{D3651C6B-0366-49DE-8533-EF88EEC1800F}" presName="thickLine" presStyleLbl="alignNode1" presStyleIdx="2" presStyleCnt="6"/>
      <dgm:spPr/>
    </dgm:pt>
    <dgm:pt modelId="{43210A55-5B99-4E9E-AD8C-21C88C52CE11}" type="pres">
      <dgm:prSet presAssocID="{D3651C6B-0366-49DE-8533-EF88EEC1800F}" presName="horz1" presStyleCnt="0"/>
      <dgm:spPr/>
    </dgm:pt>
    <dgm:pt modelId="{7B08DBE2-0848-4989-B3D6-934435DAB15E}" type="pres">
      <dgm:prSet presAssocID="{D3651C6B-0366-49DE-8533-EF88EEC1800F}" presName="tx1" presStyleLbl="revTx" presStyleIdx="2" presStyleCnt="6"/>
      <dgm:spPr/>
    </dgm:pt>
    <dgm:pt modelId="{5BFA4007-D4F5-49D2-8558-8D661A4739D6}" type="pres">
      <dgm:prSet presAssocID="{D3651C6B-0366-49DE-8533-EF88EEC1800F}" presName="vert1" presStyleCnt="0"/>
      <dgm:spPr/>
    </dgm:pt>
    <dgm:pt modelId="{C96EC094-CA92-4F4E-98B6-B1E22D8FBE47}" type="pres">
      <dgm:prSet presAssocID="{AEE6147A-DE4F-4DA9-A9F4-4F126520BBFB}" presName="thickLine" presStyleLbl="alignNode1" presStyleIdx="3" presStyleCnt="6"/>
      <dgm:spPr/>
    </dgm:pt>
    <dgm:pt modelId="{47B15441-1D22-4169-93FC-82E1A0CE43EC}" type="pres">
      <dgm:prSet presAssocID="{AEE6147A-DE4F-4DA9-A9F4-4F126520BBFB}" presName="horz1" presStyleCnt="0"/>
      <dgm:spPr/>
    </dgm:pt>
    <dgm:pt modelId="{150211B9-A712-415C-8497-A2BC6CD143CD}" type="pres">
      <dgm:prSet presAssocID="{AEE6147A-DE4F-4DA9-A9F4-4F126520BBFB}" presName="tx1" presStyleLbl="revTx" presStyleIdx="3" presStyleCnt="6"/>
      <dgm:spPr/>
    </dgm:pt>
    <dgm:pt modelId="{2281FFB5-5981-4E87-9857-A29DE52DD15C}" type="pres">
      <dgm:prSet presAssocID="{AEE6147A-DE4F-4DA9-A9F4-4F126520BBFB}" presName="vert1" presStyleCnt="0"/>
      <dgm:spPr/>
    </dgm:pt>
    <dgm:pt modelId="{84081FD2-F4D0-45B1-98B3-23D8557C8FFA}" type="pres">
      <dgm:prSet presAssocID="{E41C5786-4AE4-4818-A6FF-7466C5478DB2}" presName="thickLine" presStyleLbl="alignNode1" presStyleIdx="4" presStyleCnt="6"/>
      <dgm:spPr/>
    </dgm:pt>
    <dgm:pt modelId="{7BA342E1-DF3E-4768-8689-FAE552A14ABF}" type="pres">
      <dgm:prSet presAssocID="{E41C5786-4AE4-4818-A6FF-7466C5478DB2}" presName="horz1" presStyleCnt="0"/>
      <dgm:spPr/>
    </dgm:pt>
    <dgm:pt modelId="{F8C149E5-F465-4469-A55F-8A58420A5405}" type="pres">
      <dgm:prSet presAssocID="{E41C5786-4AE4-4818-A6FF-7466C5478DB2}" presName="tx1" presStyleLbl="revTx" presStyleIdx="4" presStyleCnt="6"/>
      <dgm:spPr/>
    </dgm:pt>
    <dgm:pt modelId="{13BC2862-4765-48D2-8405-5545ACE87210}" type="pres">
      <dgm:prSet presAssocID="{E41C5786-4AE4-4818-A6FF-7466C5478DB2}" presName="vert1" presStyleCnt="0"/>
      <dgm:spPr/>
    </dgm:pt>
    <dgm:pt modelId="{68BD5704-028A-4D9E-9379-94016EB7D68E}" type="pres">
      <dgm:prSet presAssocID="{1955CCE2-7E26-49AF-82ED-9776032E0DB5}" presName="thickLine" presStyleLbl="alignNode1" presStyleIdx="5" presStyleCnt="6"/>
      <dgm:spPr/>
    </dgm:pt>
    <dgm:pt modelId="{FD1BDBE1-495E-46C8-BB16-4D6774D6D257}" type="pres">
      <dgm:prSet presAssocID="{1955CCE2-7E26-49AF-82ED-9776032E0DB5}" presName="horz1" presStyleCnt="0"/>
      <dgm:spPr/>
    </dgm:pt>
    <dgm:pt modelId="{B45793EA-64AF-408A-9548-7B723B92A838}" type="pres">
      <dgm:prSet presAssocID="{1955CCE2-7E26-49AF-82ED-9776032E0DB5}" presName="tx1" presStyleLbl="revTx" presStyleIdx="5" presStyleCnt="6"/>
      <dgm:spPr/>
    </dgm:pt>
    <dgm:pt modelId="{183F0088-E076-4DB6-B925-99EC20B4E656}" type="pres">
      <dgm:prSet presAssocID="{1955CCE2-7E26-49AF-82ED-9776032E0DB5}" presName="vert1" presStyleCnt="0"/>
      <dgm:spPr/>
    </dgm:pt>
  </dgm:ptLst>
  <dgm:cxnLst>
    <dgm:cxn modelId="{18D05B10-D837-41C9-9FB5-1E5391C860FE}" type="presOf" srcId="{2923DCCD-109D-4C2A-BB3A-49722F81E1FB}" destId="{347B2366-17BE-45DF-A6B3-D19EC3E73B65}" srcOrd="0" destOrd="0" presId="urn:microsoft.com/office/officeart/2008/layout/LinedList"/>
    <dgm:cxn modelId="{EAE5FA1E-0F47-46D2-B0D4-F75CBDEBBC5D}" type="presOf" srcId="{0E9B4466-16D8-4B5D-99CA-D4BC2BE6E6E5}" destId="{8BE4BC4B-7E38-441F-8603-1FE653A66AD3}" srcOrd="0" destOrd="0" presId="urn:microsoft.com/office/officeart/2008/layout/LinedList"/>
    <dgm:cxn modelId="{DAE9694C-257A-4BC1-B783-2612E17F1DFA}" srcId="{0E9B4466-16D8-4B5D-99CA-D4BC2BE6E6E5}" destId="{E41C5786-4AE4-4818-A6FF-7466C5478DB2}" srcOrd="4" destOrd="0" parTransId="{59F09851-30A4-4C72-B257-CB05153AEE1B}" sibTransId="{17A30F39-D36C-4582-8825-1E9944D4C785}"/>
    <dgm:cxn modelId="{3303764C-C76E-4BB9-B94B-F1F748C432C8}" type="presOf" srcId="{D3651C6B-0366-49DE-8533-EF88EEC1800F}" destId="{7B08DBE2-0848-4989-B3D6-934435DAB15E}" srcOrd="0" destOrd="0" presId="urn:microsoft.com/office/officeart/2008/layout/LinedList"/>
    <dgm:cxn modelId="{DF24566D-2524-469A-83E6-E626FF527F06}" srcId="{0E9B4466-16D8-4B5D-99CA-D4BC2BE6E6E5}" destId="{D3651C6B-0366-49DE-8533-EF88EEC1800F}" srcOrd="2" destOrd="0" parTransId="{29DB1BCC-0A5C-483B-B36E-205FE4DC9CB5}" sibTransId="{793AF4F8-C088-4BC8-9E2B-5932FE4693A8}"/>
    <dgm:cxn modelId="{361D6B86-94B4-4E37-BEED-C3412E0D54EC}" type="presOf" srcId="{A59F0280-323A-4BC0-A445-625948CCF0AA}" destId="{6CEA0FD8-B9F5-48D6-928C-D3675ADA5739}" srcOrd="0" destOrd="0" presId="urn:microsoft.com/office/officeart/2008/layout/LinedList"/>
    <dgm:cxn modelId="{C13F9391-FF53-41CA-8963-B977A15A5091}" srcId="{0E9B4466-16D8-4B5D-99CA-D4BC2BE6E6E5}" destId="{2923DCCD-109D-4C2A-BB3A-49722F81E1FB}" srcOrd="0" destOrd="0" parTransId="{BF6A71A1-73AB-48FC-A337-4293EEF6BA31}" sibTransId="{F43CCB89-D220-456A-B12B-DF2D96221145}"/>
    <dgm:cxn modelId="{1265459E-ABA1-454C-961E-E55408BA821F}" srcId="{0E9B4466-16D8-4B5D-99CA-D4BC2BE6E6E5}" destId="{1955CCE2-7E26-49AF-82ED-9776032E0DB5}" srcOrd="5" destOrd="0" parTransId="{DDA28676-E8AC-4197-818B-6E14C1ED396F}" sibTransId="{A61130CC-F0D6-4124-BDD8-4543E7883951}"/>
    <dgm:cxn modelId="{7D541DA6-12D9-4953-8DC6-0D9109131C9F}" type="presOf" srcId="{AEE6147A-DE4F-4DA9-A9F4-4F126520BBFB}" destId="{150211B9-A712-415C-8497-A2BC6CD143CD}" srcOrd="0" destOrd="0" presId="urn:microsoft.com/office/officeart/2008/layout/LinedList"/>
    <dgm:cxn modelId="{5F91A4C6-5230-4923-8DAA-CC08220E6C8B}" type="presOf" srcId="{E41C5786-4AE4-4818-A6FF-7466C5478DB2}" destId="{F8C149E5-F465-4469-A55F-8A58420A5405}" srcOrd="0" destOrd="0" presId="urn:microsoft.com/office/officeart/2008/layout/LinedList"/>
    <dgm:cxn modelId="{D12A9BCE-2E30-46E6-A9BA-C51773EA148B}" type="presOf" srcId="{1955CCE2-7E26-49AF-82ED-9776032E0DB5}" destId="{B45793EA-64AF-408A-9548-7B723B92A838}" srcOrd="0" destOrd="0" presId="urn:microsoft.com/office/officeart/2008/layout/LinedList"/>
    <dgm:cxn modelId="{C6D338E5-D15F-410C-BD31-6443A274084A}" srcId="{0E9B4466-16D8-4B5D-99CA-D4BC2BE6E6E5}" destId="{AEE6147A-DE4F-4DA9-A9F4-4F126520BBFB}" srcOrd="3" destOrd="0" parTransId="{AB889DD9-5C3C-45AE-BB2F-95E5648AF71B}" sibTransId="{FB00E148-9B82-4DDA-9E5F-5CD432136A83}"/>
    <dgm:cxn modelId="{F308F4ED-469C-411B-A54E-F3E227E12AF3}" srcId="{0E9B4466-16D8-4B5D-99CA-D4BC2BE6E6E5}" destId="{A59F0280-323A-4BC0-A445-625948CCF0AA}" srcOrd="1" destOrd="0" parTransId="{7B399B06-60CE-47AC-8A4B-96840FC5E408}" sibTransId="{A9DD2900-F18D-4E14-B0E9-280AFF123616}"/>
    <dgm:cxn modelId="{227EE668-6D91-4042-A9B6-C3D328DC6844}" type="presParOf" srcId="{8BE4BC4B-7E38-441F-8603-1FE653A66AD3}" destId="{E7C4C82C-8EDD-43FC-B74F-46E6754CB8F1}" srcOrd="0" destOrd="0" presId="urn:microsoft.com/office/officeart/2008/layout/LinedList"/>
    <dgm:cxn modelId="{DB1624E5-F0A7-409D-A291-D554362D8451}" type="presParOf" srcId="{8BE4BC4B-7E38-441F-8603-1FE653A66AD3}" destId="{8DDAF1DE-B725-4D03-9175-8AE996C0C2C9}" srcOrd="1" destOrd="0" presId="urn:microsoft.com/office/officeart/2008/layout/LinedList"/>
    <dgm:cxn modelId="{A5970C15-50A7-4610-8240-5BBD450E4DAF}" type="presParOf" srcId="{8DDAF1DE-B725-4D03-9175-8AE996C0C2C9}" destId="{347B2366-17BE-45DF-A6B3-D19EC3E73B65}" srcOrd="0" destOrd="0" presId="urn:microsoft.com/office/officeart/2008/layout/LinedList"/>
    <dgm:cxn modelId="{C7782B57-D284-46A8-B24B-41183FCCC791}" type="presParOf" srcId="{8DDAF1DE-B725-4D03-9175-8AE996C0C2C9}" destId="{AE627D67-42CE-4B71-A8E8-6E283E70205D}" srcOrd="1" destOrd="0" presId="urn:microsoft.com/office/officeart/2008/layout/LinedList"/>
    <dgm:cxn modelId="{DB411090-C786-420C-8CA5-62D6C2B391B3}" type="presParOf" srcId="{8BE4BC4B-7E38-441F-8603-1FE653A66AD3}" destId="{A0AA59AC-7E79-41A3-951C-173BC969360A}" srcOrd="2" destOrd="0" presId="urn:microsoft.com/office/officeart/2008/layout/LinedList"/>
    <dgm:cxn modelId="{7D429550-DC3C-4CA8-9766-F40A1FB3C003}" type="presParOf" srcId="{8BE4BC4B-7E38-441F-8603-1FE653A66AD3}" destId="{7F6D9A41-7209-46A6-9387-FE814E7D26C4}" srcOrd="3" destOrd="0" presId="urn:microsoft.com/office/officeart/2008/layout/LinedList"/>
    <dgm:cxn modelId="{BF09A989-7E71-4D6A-92BF-9232F6A342BF}" type="presParOf" srcId="{7F6D9A41-7209-46A6-9387-FE814E7D26C4}" destId="{6CEA0FD8-B9F5-48D6-928C-D3675ADA5739}" srcOrd="0" destOrd="0" presId="urn:microsoft.com/office/officeart/2008/layout/LinedList"/>
    <dgm:cxn modelId="{BB5CD745-BB45-47D9-9C0D-B7EB640ABE6F}" type="presParOf" srcId="{7F6D9A41-7209-46A6-9387-FE814E7D26C4}" destId="{F1F85536-5C6A-4C40-AC92-D7F527D515FB}" srcOrd="1" destOrd="0" presId="urn:microsoft.com/office/officeart/2008/layout/LinedList"/>
    <dgm:cxn modelId="{6B68E74D-01BB-4CA2-8DF2-58FA646000D7}" type="presParOf" srcId="{8BE4BC4B-7E38-441F-8603-1FE653A66AD3}" destId="{2D7C2177-0B4F-4AD6-9394-A42FAA329687}" srcOrd="4" destOrd="0" presId="urn:microsoft.com/office/officeart/2008/layout/LinedList"/>
    <dgm:cxn modelId="{4FEA87A2-D868-4CF9-9725-6A93D4067615}" type="presParOf" srcId="{8BE4BC4B-7E38-441F-8603-1FE653A66AD3}" destId="{43210A55-5B99-4E9E-AD8C-21C88C52CE11}" srcOrd="5" destOrd="0" presId="urn:microsoft.com/office/officeart/2008/layout/LinedList"/>
    <dgm:cxn modelId="{B54A87AD-5048-4378-BBF7-6D4D56D4DC70}" type="presParOf" srcId="{43210A55-5B99-4E9E-AD8C-21C88C52CE11}" destId="{7B08DBE2-0848-4989-B3D6-934435DAB15E}" srcOrd="0" destOrd="0" presId="urn:microsoft.com/office/officeart/2008/layout/LinedList"/>
    <dgm:cxn modelId="{4CBD7151-B114-441E-A516-D32ABA2BB692}" type="presParOf" srcId="{43210A55-5B99-4E9E-AD8C-21C88C52CE11}" destId="{5BFA4007-D4F5-49D2-8558-8D661A4739D6}" srcOrd="1" destOrd="0" presId="urn:microsoft.com/office/officeart/2008/layout/LinedList"/>
    <dgm:cxn modelId="{909C9F31-FAAC-4563-9B1A-443700A0FFC6}" type="presParOf" srcId="{8BE4BC4B-7E38-441F-8603-1FE653A66AD3}" destId="{C96EC094-CA92-4F4E-98B6-B1E22D8FBE47}" srcOrd="6" destOrd="0" presId="urn:microsoft.com/office/officeart/2008/layout/LinedList"/>
    <dgm:cxn modelId="{B8805627-45AD-4893-84B2-DA8D8164CCC4}" type="presParOf" srcId="{8BE4BC4B-7E38-441F-8603-1FE653A66AD3}" destId="{47B15441-1D22-4169-93FC-82E1A0CE43EC}" srcOrd="7" destOrd="0" presId="urn:microsoft.com/office/officeart/2008/layout/LinedList"/>
    <dgm:cxn modelId="{F16D31D2-7D60-4CC1-AB74-F3F39447D808}" type="presParOf" srcId="{47B15441-1D22-4169-93FC-82E1A0CE43EC}" destId="{150211B9-A712-415C-8497-A2BC6CD143CD}" srcOrd="0" destOrd="0" presId="urn:microsoft.com/office/officeart/2008/layout/LinedList"/>
    <dgm:cxn modelId="{DAE39305-F776-4BFE-9AFB-A8A1024FBAE5}" type="presParOf" srcId="{47B15441-1D22-4169-93FC-82E1A0CE43EC}" destId="{2281FFB5-5981-4E87-9857-A29DE52DD15C}" srcOrd="1" destOrd="0" presId="urn:microsoft.com/office/officeart/2008/layout/LinedList"/>
    <dgm:cxn modelId="{5E3A1B55-8C84-4860-88B5-1DD342BC049B}" type="presParOf" srcId="{8BE4BC4B-7E38-441F-8603-1FE653A66AD3}" destId="{84081FD2-F4D0-45B1-98B3-23D8557C8FFA}" srcOrd="8" destOrd="0" presId="urn:microsoft.com/office/officeart/2008/layout/LinedList"/>
    <dgm:cxn modelId="{8D810338-A0BF-4520-ABD4-287CFE8A7805}" type="presParOf" srcId="{8BE4BC4B-7E38-441F-8603-1FE653A66AD3}" destId="{7BA342E1-DF3E-4768-8689-FAE552A14ABF}" srcOrd="9" destOrd="0" presId="urn:microsoft.com/office/officeart/2008/layout/LinedList"/>
    <dgm:cxn modelId="{EB6ECC22-2EB3-480B-9DB7-9C965FFEC7E8}" type="presParOf" srcId="{7BA342E1-DF3E-4768-8689-FAE552A14ABF}" destId="{F8C149E5-F465-4469-A55F-8A58420A5405}" srcOrd="0" destOrd="0" presId="urn:microsoft.com/office/officeart/2008/layout/LinedList"/>
    <dgm:cxn modelId="{A0409AAA-696F-4019-925E-ED91E37D9D2E}" type="presParOf" srcId="{7BA342E1-DF3E-4768-8689-FAE552A14ABF}" destId="{13BC2862-4765-48D2-8405-5545ACE87210}" srcOrd="1" destOrd="0" presId="urn:microsoft.com/office/officeart/2008/layout/LinedList"/>
    <dgm:cxn modelId="{ADAFA6A0-9B36-405D-A94A-AE72A56A6DFD}" type="presParOf" srcId="{8BE4BC4B-7E38-441F-8603-1FE653A66AD3}" destId="{68BD5704-028A-4D9E-9379-94016EB7D68E}" srcOrd="10" destOrd="0" presId="urn:microsoft.com/office/officeart/2008/layout/LinedList"/>
    <dgm:cxn modelId="{CA4EB5C0-16CA-422E-9631-71E8E06FF59C}" type="presParOf" srcId="{8BE4BC4B-7E38-441F-8603-1FE653A66AD3}" destId="{FD1BDBE1-495E-46C8-BB16-4D6774D6D257}" srcOrd="11" destOrd="0" presId="urn:microsoft.com/office/officeart/2008/layout/LinedList"/>
    <dgm:cxn modelId="{50CE765D-5845-4C99-ACF4-ACAF2527C79A}" type="presParOf" srcId="{FD1BDBE1-495E-46C8-BB16-4D6774D6D257}" destId="{B45793EA-64AF-408A-9548-7B723B92A838}" srcOrd="0" destOrd="0" presId="urn:microsoft.com/office/officeart/2008/layout/LinedList"/>
    <dgm:cxn modelId="{3B554FDD-C831-45A4-8545-BBB8B0973CB6}" type="presParOf" srcId="{FD1BDBE1-495E-46C8-BB16-4D6774D6D257}" destId="{183F0088-E076-4DB6-B925-99EC20B4E6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C4429D7B-CBDB-4529-82C0-1BBF7141304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8E8A50-A73C-412B-B2C3-9EB6BE4D82D2}">
      <dgm:prSet/>
      <dgm:spPr/>
      <dgm:t>
        <a:bodyPr/>
        <a:lstStyle/>
        <a:p>
          <a:r>
            <a:rPr lang="en-GB" b="1"/>
            <a:t>Hello Interval </a:t>
          </a:r>
          <a:r>
            <a:rPr lang="en-GB"/>
            <a:t>- Specifies the frequency, in seconds, at which a router sends Hello packets. </a:t>
          </a:r>
          <a:endParaRPr lang="en-US"/>
        </a:p>
      </dgm:t>
    </dgm:pt>
    <dgm:pt modelId="{8434B7D3-82C7-4171-9D34-E388DBEB955B}" type="parTrans" cxnId="{2BA00EE5-DC90-4FD6-B84F-1CD142D8F66D}">
      <dgm:prSet/>
      <dgm:spPr/>
      <dgm:t>
        <a:bodyPr/>
        <a:lstStyle/>
        <a:p>
          <a:endParaRPr lang="en-US"/>
        </a:p>
      </dgm:t>
    </dgm:pt>
    <dgm:pt modelId="{51ABB66A-3D39-49EB-9E91-37044AE943A7}" type="sibTrans" cxnId="{2BA00EE5-DC90-4FD6-B84F-1CD142D8F66D}">
      <dgm:prSet/>
      <dgm:spPr/>
      <dgm:t>
        <a:bodyPr/>
        <a:lstStyle/>
        <a:p>
          <a:endParaRPr lang="en-US"/>
        </a:p>
      </dgm:t>
    </dgm:pt>
    <dgm:pt modelId="{8D988CC5-7982-4727-BB91-5F2484E24402}">
      <dgm:prSet/>
      <dgm:spPr/>
      <dgm:t>
        <a:bodyPr/>
        <a:lstStyle/>
        <a:p>
          <a:r>
            <a:rPr lang="en-GB"/>
            <a:t>The default Hello interval on multi-access networks is </a:t>
          </a:r>
          <a:r>
            <a:rPr lang="en-GB" u="sng"/>
            <a:t>10 seconds</a:t>
          </a:r>
          <a:r>
            <a:rPr lang="en-GB"/>
            <a:t>. </a:t>
          </a:r>
          <a:endParaRPr lang="en-US"/>
        </a:p>
      </dgm:t>
    </dgm:pt>
    <dgm:pt modelId="{09582115-FCF6-4B63-97AA-02D5BE414F45}" type="parTrans" cxnId="{BC1C88BF-6517-4C37-B48D-BB64E3032195}">
      <dgm:prSet/>
      <dgm:spPr/>
      <dgm:t>
        <a:bodyPr/>
        <a:lstStyle/>
        <a:p>
          <a:endParaRPr lang="en-US"/>
        </a:p>
      </dgm:t>
    </dgm:pt>
    <dgm:pt modelId="{8E4090A0-5FC8-4034-B910-6246D9EA07FD}" type="sibTrans" cxnId="{BC1C88BF-6517-4C37-B48D-BB64E3032195}">
      <dgm:prSet/>
      <dgm:spPr/>
      <dgm:t>
        <a:bodyPr/>
        <a:lstStyle/>
        <a:p>
          <a:endParaRPr lang="en-US"/>
        </a:p>
      </dgm:t>
    </dgm:pt>
    <dgm:pt modelId="{ECB071DB-2465-4CF7-9A8F-4A98F0AC7977}">
      <dgm:prSet/>
      <dgm:spPr/>
      <dgm:t>
        <a:bodyPr/>
        <a:lstStyle/>
        <a:p>
          <a:r>
            <a:rPr lang="en-GB"/>
            <a:t>This timer must be the same on neighbouring routers; otherwise, an adjacency is not established.</a:t>
          </a:r>
          <a:endParaRPr lang="en-US"/>
        </a:p>
      </dgm:t>
    </dgm:pt>
    <dgm:pt modelId="{A69803BD-1707-429E-A989-54B4779F24B3}" type="parTrans" cxnId="{A9132AB2-9939-4BB4-85A1-7039496AEA3D}">
      <dgm:prSet/>
      <dgm:spPr/>
      <dgm:t>
        <a:bodyPr/>
        <a:lstStyle/>
        <a:p>
          <a:endParaRPr lang="en-US"/>
        </a:p>
      </dgm:t>
    </dgm:pt>
    <dgm:pt modelId="{526CE706-D35C-4C88-8976-510DBB59F305}" type="sibTrans" cxnId="{A9132AB2-9939-4BB4-85A1-7039496AEA3D}">
      <dgm:prSet/>
      <dgm:spPr/>
      <dgm:t>
        <a:bodyPr/>
        <a:lstStyle/>
        <a:p>
          <a:endParaRPr lang="en-US"/>
        </a:p>
      </dgm:t>
    </dgm:pt>
    <dgm:pt modelId="{E8266AA4-A547-45FD-957E-7DE8BA72A084}" type="pres">
      <dgm:prSet presAssocID="{C4429D7B-CBDB-4529-82C0-1BBF7141304C}" presName="vert0" presStyleCnt="0">
        <dgm:presLayoutVars>
          <dgm:dir/>
          <dgm:animOne val="branch"/>
          <dgm:animLvl val="lvl"/>
        </dgm:presLayoutVars>
      </dgm:prSet>
      <dgm:spPr/>
    </dgm:pt>
    <dgm:pt modelId="{D03EA3BB-DA60-4003-9EBE-A32F2C9B8C4F}" type="pres">
      <dgm:prSet presAssocID="{7B8E8A50-A73C-412B-B2C3-9EB6BE4D82D2}" presName="thickLine" presStyleLbl="alignNode1" presStyleIdx="0" presStyleCnt="3"/>
      <dgm:spPr/>
    </dgm:pt>
    <dgm:pt modelId="{A7EE4201-91C9-468A-AE83-58BE63BDA180}" type="pres">
      <dgm:prSet presAssocID="{7B8E8A50-A73C-412B-B2C3-9EB6BE4D82D2}" presName="horz1" presStyleCnt="0"/>
      <dgm:spPr/>
    </dgm:pt>
    <dgm:pt modelId="{36CEF68B-7117-4EF5-A8AB-644253196044}" type="pres">
      <dgm:prSet presAssocID="{7B8E8A50-A73C-412B-B2C3-9EB6BE4D82D2}" presName="tx1" presStyleLbl="revTx" presStyleIdx="0" presStyleCnt="3"/>
      <dgm:spPr/>
    </dgm:pt>
    <dgm:pt modelId="{B5653610-4897-4BB1-A9D0-E7B047DBBFF6}" type="pres">
      <dgm:prSet presAssocID="{7B8E8A50-A73C-412B-B2C3-9EB6BE4D82D2}" presName="vert1" presStyleCnt="0"/>
      <dgm:spPr/>
    </dgm:pt>
    <dgm:pt modelId="{FFD0171A-EC09-4131-A3DE-2741FA379BB1}" type="pres">
      <dgm:prSet presAssocID="{8D988CC5-7982-4727-BB91-5F2484E24402}" presName="thickLine" presStyleLbl="alignNode1" presStyleIdx="1" presStyleCnt="3"/>
      <dgm:spPr/>
    </dgm:pt>
    <dgm:pt modelId="{0579DBEF-93CF-42BE-AF40-46A028E15DCA}" type="pres">
      <dgm:prSet presAssocID="{8D988CC5-7982-4727-BB91-5F2484E24402}" presName="horz1" presStyleCnt="0"/>
      <dgm:spPr/>
    </dgm:pt>
    <dgm:pt modelId="{03CCA0F1-36C7-4A06-A57D-01FC54DD314E}" type="pres">
      <dgm:prSet presAssocID="{8D988CC5-7982-4727-BB91-5F2484E24402}" presName="tx1" presStyleLbl="revTx" presStyleIdx="1" presStyleCnt="3"/>
      <dgm:spPr/>
    </dgm:pt>
    <dgm:pt modelId="{A81C7BD0-B385-4A23-8505-092D3AB42385}" type="pres">
      <dgm:prSet presAssocID="{8D988CC5-7982-4727-BB91-5F2484E24402}" presName="vert1" presStyleCnt="0"/>
      <dgm:spPr/>
    </dgm:pt>
    <dgm:pt modelId="{A2BA26BB-3815-4E0A-9183-2A2B2308EF7B}" type="pres">
      <dgm:prSet presAssocID="{ECB071DB-2465-4CF7-9A8F-4A98F0AC7977}" presName="thickLine" presStyleLbl="alignNode1" presStyleIdx="2" presStyleCnt="3"/>
      <dgm:spPr/>
    </dgm:pt>
    <dgm:pt modelId="{86A28EE4-C1A9-4C46-B50B-6D0FB9920334}" type="pres">
      <dgm:prSet presAssocID="{ECB071DB-2465-4CF7-9A8F-4A98F0AC7977}" presName="horz1" presStyleCnt="0"/>
      <dgm:spPr/>
    </dgm:pt>
    <dgm:pt modelId="{9F3C0819-ED28-4B09-A9C7-552CA334C280}" type="pres">
      <dgm:prSet presAssocID="{ECB071DB-2465-4CF7-9A8F-4A98F0AC7977}" presName="tx1" presStyleLbl="revTx" presStyleIdx="2" presStyleCnt="3"/>
      <dgm:spPr/>
    </dgm:pt>
    <dgm:pt modelId="{1C4D1E74-3017-4B2D-B46A-950C2A20C1EF}" type="pres">
      <dgm:prSet presAssocID="{ECB071DB-2465-4CF7-9A8F-4A98F0AC7977}" presName="vert1" presStyleCnt="0"/>
      <dgm:spPr/>
    </dgm:pt>
  </dgm:ptLst>
  <dgm:cxnLst>
    <dgm:cxn modelId="{C992025B-9147-41F6-B78C-688F7CD26AD7}" type="presOf" srcId="{8D988CC5-7982-4727-BB91-5F2484E24402}" destId="{03CCA0F1-36C7-4A06-A57D-01FC54DD314E}" srcOrd="0" destOrd="0" presId="urn:microsoft.com/office/officeart/2008/layout/LinedList"/>
    <dgm:cxn modelId="{56FCAD72-7E31-499A-B7F6-8DD527843FC6}" type="presOf" srcId="{7B8E8A50-A73C-412B-B2C3-9EB6BE4D82D2}" destId="{36CEF68B-7117-4EF5-A8AB-644253196044}" srcOrd="0" destOrd="0" presId="urn:microsoft.com/office/officeart/2008/layout/LinedList"/>
    <dgm:cxn modelId="{F2154953-C748-409E-B751-80A7B701B213}" type="presOf" srcId="{C4429D7B-CBDB-4529-82C0-1BBF7141304C}" destId="{E8266AA4-A547-45FD-957E-7DE8BA72A084}" srcOrd="0" destOrd="0" presId="urn:microsoft.com/office/officeart/2008/layout/LinedList"/>
    <dgm:cxn modelId="{A9132AB2-9939-4BB4-85A1-7039496AEA3D}" srcId="{C4429D7B-CBDB-4529-82C0-1BBF7141304C}" destId="{ECB071DB-2465-4CF7-9A8F-4A98F0AC7977}" srcOrd="2" destOrd="0" parTransId="{A69803BD-1707-429E-A989-54B4779F24B3}" sibTransId="{526CE706-D35C-4C88-8976-510DBB59F305}"/>
    <dgm:cxn modelId="{BC1C88BF-6517-4C37-B48D-BB64E3032195}" srcId="{C4429D7B-CBDB-4529-82C0-1BBF7141304C}" destId="{8D988CC5-7982-4727-BB91-5F2484E24402}" srcOrd="1" destOrd="0" parTransId="{09582115-FCF6-4B63-97AA-02D5BE414F45}" sibTransId="{8E4090A0-5FC8-4034-B910-6246D9EA07FD}"/>
    <dgm:cxn modelId="{2BA00EE5-DC90-4FD6-B84F-1CD142D8F66D}" srcId="{C4429D7B-CBDB-4529-82C0-1BBF7141304C}" destId="{7B8E8A50-A73C-412B-B2C3-9EB6BE4D82D2}" srcOrd="0" destOrd="0" parTransId="{8434B7D3-82C7-4171-9D34-E388DBEB955B}" sibTransId="{51ABB66A-3D39-49EB-9E91-37044AE943A7}"/>
    <dgm:cxn modelId="{A28205E7-EC54-498E-9E07-7F6BE45F8F61}" type="presOf" srcId="{ECB071DB-2465-4CF7-9A8F-4A98F0AC7977}" destId="{9F3C0819-ED28-4B09-A9C7-552CA334C280}" srcOrd="0" destOrd="0" presId="urn:microsoft.com/office/officeart/2008/layout/LinedList"/>
    <dgm:cxn modelId="{ADDEB978-1CB1-4E94-9BA1-7F2FC6840AC9}" type="presParOf" srcId="{E8266AA4-A547-45FD-957E-7DE8BA72A084}" destId="{D03EA3BB-DA60-4003-9EBE-A32F2C9B8C4F}" srcOrd="0" destOrd="0" presId="urn:microsoft.com/office/officeart/2008/layout/LinedList"/>
    <dgm:cxn modelId="{04F73825-9C82-4DFB-A92D-01B10C83A8D5}" type="presParOf" srcId="{E8266AA4-A547-45FD-957E-7DE8BA72A084}" destId="{A7EE4201-91C9-468A-AE83-58BE63BDA180}" srcOrd="1" destOrd="0" presId="urn:microsoft.com/office/officeart/2008/layout/LinedList"/>
    <dgm:cxn modelId="{D934C998-FB9D-4CA1-9094-633E84CB3C61}" type="presParOf" srcId="{A7EE4201-91C9-468A-AE83-58BE63BDA180}" destId="{36CEF68B-7117-4EF5-A8AB-644253196044}" srcOrd="0" destOrd="0" presId="urn:microsoft.com/office/officeart/2008/layout/LinedList"/>
    <dgm:cxn modelId="{31F7140F-61CA-44C0-9A91-24FE3C4D1B16}" type="presParOf" srcId="{A7EE4201-91C9-468A-AE83-58BE63BDA180}" destId="{B5653610-4897-4BB1-A9D0-E7B047DBBFF6}" srcOrd="1" destOrd="0" presId="urn:microsoft.com/office/officeart/2008/layout/LinedList"/>
    <dgm:cxn modelId="{685BF6C0-4A72-44D4-B44F-FD28FDD37E8C}" type="presParOf" srcId="{E8266AA4-A547-45FD-957E-7DE8BA72A084}" destId="{FFD0171A-EC09-4131-A3DE-2741FA379BB1}" srcOrd="2" destOrd="0" presId="urn:microsoft.com/office/officeart/2008/layout/LinedList"/>
    <dgm:cxn modelId="{2AAE1232-A0D3-4AC4-8C16-96067F264730}" type="presParOf" srcId="{E8266AA4-A547-45FD-957E-7DE8BA72A084}" destId="{0579DBEF-93CF-42BE-AF40-46A028E15DCA}" srcOrd="3" destOrd="0" presId="urn:microsoft.com/office/officeart/2008/layout/LinedList"/>
    <dgm:cxn modelId="{93C11BE5-DF64-47AB-A5D3-F77C005E9954}" type="presParOf" srcId="{0579DBEF-93CF-42BE-AF40-46A028E15DCA}" destId="{03CCA0F1-36C7-4A06-A57D-01FC54DD314E}" srcOrd="0" destOrd="0" presId="urn:microsoft.com/office/officeart/2008/layout/LinedList"/>
    <dgm:cxn modelId="{BC883E0D-719B-4F0D-A6C2-BB5EC7F7856F}" type="presParOf" srcId="{0579DBEF-93CF-42BE-AF40-46A028E15DCA}" destId="{A81C7BD0-B385-4A23-8505-092D3AB42385}" srcOrd="1" destOrd="0" presId="urn:microsoft.com/office/officeart/2008/layout/LinedList"/>
    <dgm:cxn modelId="{E2699ACE-789C-473A-9D87-286F42400847}" type="presParOf" srcId="{E8266AA4-A547-45FD-957E-7DE8BA72A084}" destId="{A2BA26BB-3815-4E0A-9183-2A2B2308EF7B}" srcOrd="4" destOrd="0" presId="urn:microsoft.com/office/officeart/2008/layout/LinedList"/>
    <dgm:cxn modelId="{25C913D1-20DE-4820-AD25-79434AF9C47F}" type="presParOf" srcId="{E8266AA4-A547-45FD-957E-7DE8BA72A084}" destId="{86A28EE4-C1A9-4C46-B50B-6D0FB9920334}" srcOrd="5" destOrd="0" presId="urn:microsoft.com/office/officeart/2008/layout/LinedList"/>
    <dgm:cxn modelId="{56D2475E-E5B9-46AD-B78E-6E77B861C5E7}" type="presParOf" srcId="{86A28EE4-C1A9-4C46-B50B-6D0FB9920334}" destId="{9F3C0819-ED28-4B09-A9C7-552CA334C280}" srcOrd="0" destOrd="0" presId="urn:microsoft.com/office/officeart/2008/layout/LinedList"/>
    <dgm:cxn modelId="{9929FC76-9B35-47A9-A203-01E87694D6E0}" type="presParOf" srcId="{86A28EE4-C1A9-4C46-B50B-6D0FB9920334}" destId="{1C4D1E74-3017-4B2D-B46A-950C2A20C1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6A72FD12-4A2A-4645-ABDB-A5E5BC6BF93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79E8B0-B229-4B72-B3C7-23E39ED4EDAB}">
      <dgm:prSet/>
      <dgm:spPr/>
      <dgm:t>
        <a:bodyPr/>
        <a:lstStyle/>
        <a:p>
          <a:r>
            <a:rPr lang="en-GB" b="1"/>
            <a:t>Dead Interval </a:t>
          </a:r>
          <a:r>
            <a:rPr lang="en-GB"/>
            <a:t>- Is the time in seconds that a router waits to hear from a neighbour before declaring the neighbouring router out of service. </a:t>
          </a:r>
          <a:endParaRPr lang="en-US"/>
        </a:p>
      </dgm:t>
    </dgm:pt>
    <dgm:pt modelId="{92136466-20F9-4B45-B5D6-193CDA3C6B94}" type="parTrans" cxnId="{29EC73AF-0F7C-41B2-927E-B1AE5C367FE0}">
      <dgm:prSet/>
      <dgm:spPr/>
      <dgm:t>
        <a:bodyPr/>
        <a:lstStyle/>
        <a:p>
          <a:endParaRPr lang="en-US"/>
        </a:p>
      </dgm:t>
    </dgm:pt>
    <dgm:pt modelId="{3EF64B63-142B-4537-BE9B-288334052F47}" type="sibTrans" cxnId="{29EC73AF-0F7C-41B2-927E-B1AE5C367FE0}">
      <dgm:prSet/>
      <dgm:spPr/>
      <dgm:t>
        <a:bodyPr/>
        <a:lstStyle/>
        <a:p>
          <a:endParaRPr lang="en-US"/>
        </a:p>
      </dgm:t>
    </dgm:pt>
    <dgm:pt modelId="{1FF7D49B-3A59-4939-A44A-689E011775A8}">
      <dgm:prSet/>
      <dgm:spPr/>
      <dgm:t>
        <a:bodyPr/>
        <a:lstStyle/>
        <a:p>
          <a:r>
            <a:rPr lang="en-GB"/>
            <a:t>By default, the router Dead Interval is four times the Hello interval, (40 secs).</a:t>
          </a:r>
          <a:endParaRPr lang="en-US"/>
        </a:p>
      </dgm:t>
    </dgm:pt>
    <dgm:pt modelId="{73F1BEC0-C507-4804-936D-BC42742DE4F4}" type="parTrans" cxnId="{5DAAE072-4A30-4F72-B6CE-1DE186FE73A4}">
      <dgm:prSet/>
      <dgm:spPr/>
      <dgm:t>
        <a:bodyPr/>
        <a:lstStyle/>
        <a:p>
          <a:endParaRPr lang="en-US"/>
        </a:p>
      </dgm:t>
    </dgm:pt>
    <dgm:pt modelId="{7E1F99E5-FE2F-4E9C-9B5C-52F8CB468240}" type="sibTrans" cxnId="{5DAAE072-4A30-4F72-B6CE-1DE186FE73A4}">
      <dgm:prSet/>
      <dgm:spPr/>
      <dgm:t>
        <a:bodyPr/>
        <a:lstStyle/>
        <a:p>
          <a:endParaRPr lang="en-US"/>
        </a:p>
      </dgm:t>
    </dgm:pt>
    <dgm:pt modelId="{783E9CB9-0C5B-4EAA-9E27-9A8E89D21939}">
      <dgm:prSet/>
      <dgm:spPr/>
      <dgm:t>
        <a:bodyPr/>
        <a:lstStyle/>
        <a:p>
          <a:r>
            <a:rPr lang="en-GB" u="sng"/>
            <a:t>This timer must be the same on neighbouring routers; otherwise, an adjacency is not established.</a:t>
          </a:r>
          <a:endParaRPr lang="en-US"/>
        </a:p>
      </dgm:t>
    </dgm:pt>
    <dgm:pt modelId="{D5E2DEFE-F658-4721-B23A-5005CE08B4DD}" type="parTrans" cxnId="{175D1373-1D53-4475-85A1-3E322A838255}">
      <dgm:prSet/>
      <dgm:spPr/>
      <dgm:t>
        <a:bodyPr/>
        <a:lstStyle/>
        <a:p>
          <a:endParaRPr lang="en-US"/>
        </a:p>
      </dgm:t>
    </dgm:pt>
    <dgm:pt modelId="{500050B3-3A5A-4102-8FFC-FA621E51EC25}" type="sibTrans" cxnId="{175D1373-1D53-4475-85A1-3E322A838255}">
      <dgm:prSet/>
      <dgm:spPr/>
      <dgm:t>
        <a:bodyPr/>
        <a:lstStyle/>
        <a:p>
          <a:endParaRPr lang="en-US"/>
        </a:p>
      </dgm:t>
    </dgm:pt>
    <dgm:pt modelId="{D7E6DB82-64C9-40D0-8F02-4DE735104B31}" type="pres">
      <dgm:prSet presAssocID="{6A72FD12-4A2A-4645-ABDB-A5E5BC6BF938}" presName="vert0" presStyleCnt="0">
        <dgm:presLayoutVars>
          <dgm:dir/>
          <dgm:animOne val="branch"/>
          <dgm:animLvl val="lvl"/>
        </dgm:presLayoutVars>
      </dgm:prSet>
      <dgm:spPr/>
    </dgm:pt>
    <dgm:pt modelId="{96FB64E2-47F9-4B4C-858E-108801BE2BE9}" type="pres">
      <dgm:prSet presAssocID="{1979E8B0-B229-4B72-B3C7-23E39ED4EDAB}" presName="thickLine" presStyleLbl="alignNode1" presStyleIdx="0" presStyleCnt="3"/>
      <dgm:spPr/>
    </dgm:pt>
    <dgm:pt modelId="{D821D987-C436-462E-9223-483651975E41}" type="pres">
      <dgm:prSet presAssocID="{1979E8B0-B229-4B72-B3C7-23E39ED4EDAB}" presName="horz1" presStyleCnt="0"/>
      <dgm:spPr/>
    </dgm:pt>
    <dgm:pt modelId="{DEEB3E58-0DF9-483F-8FD5-44FB16F0B25D}" type="pres">
      <dgm:prSet presAssocID="{1979E8B0-B229-4B72-B3C7-23E39ED4EDAB}" presName="tx1" presStyleLbl="revTx" presStyleIdx="0" presStyleCnt="3"/>
      <dgm:spPr/>
    </dgm:pt>
    <dgm:pt modelId="{413EBBAC-570A-4DDB-9924-B508BD96FB4E}" type="pres">
      <dgm:prSet presAssocID="{1979E8B0-B229-4B72-B3C7-23E39ED4EDAB}" presName="vert1" presStyleCnt="0"/>
      <dgm:spPr/>
    </dgm:pt>
    <dgm:pt modelId="{570B5E01-1821-4B20-B1CC-7477E8EDF479}" type="pres">
      <dgm:prSet presAssocID="{1FF7D49B-3A59-4939-A44A-689E011775A8}" presName="thickLine" presStyleLbl="alignNode1" presStyleIdx="1" presStyleCnt="3"/>
      <dgm:spPr/>
    </dgm:pt>
    <dgm:pt modelId="{3556F893-7E9B-4715-85CB-B6745F47B0C5}" type="pres">
      <dgm:prSet presAssocID="{1FF7D49B-3A59-4939-A44A-689E011775A8}" presName="horz1" presStyleCnt="0"/>
      <dgm:spPr/>
    </dgm:pt>
    <dgm:pt modelId="{CFD46A27-2A18-440E-958D-CF3F905BE81B}" type="pres">
      <dgm:prSet presAssocID="{1FF7D49B-3A59-4939-A44A-689E011775A8}" presName="tx1" presStyleLbl="revTx" presStyleIdx="1" presStyleCnt="3"/>
      <dgm:spPr/>
    </dgm:pt>
    <dgm:pt modelId="{1C261766-4FB7-47E7-B551-2083E1FBE4EE}" type="pres">
      <dgm:prSet presAssocID="{1FF7D49B-3A59-4939-A44A-689E011775A8}" presName="vert1" presStyleCnt="0"/>
      <dgm:spPr/>
    </dgm:pt>
    <dgm:pt modelId="{7CCAFA27-D03A-445F-BDC6-8800A91F03D0}" type="pres">
      <dgm:prSet presAssocID="{783E9CB9-0C5B-4EAA-9E27-9A8E89D21939}" presName="thickLine" presStyleLbl="alignNode1" presStyleIdx="2" presStyleCnt="3"/>
      <dgm:spPr/>
    </dgm:pt>
    <dgm:pt modelId="{79CC7A8A-701C-4B7C-8481-470E11807DFC}" type="pres">
      <dgm:prSet presAssocID="{783E9CB9-0C5B-4EAA-9E27-9A8E89D21939}" presName="horz1" presStyleCnt="0"/>
      <dgm:spPr/>
    </dgm:pt>
    <dgm:pt modelId="{93166AC9-B062-48AE-9316-DA3123CB6825}" type="pres">
      <dgm:prSet presAssocID="{783E9CB9-0C5B-4EAA-9E27-9A8E89D21939}" presName="tx1" presStyleLbl="revTx" presStyleIdx="2" presStyleCnt="3"/>
      <dgm:spPr/>
    </dgm:pt>
    <dgm:pt modelId="{62627EF5-49EC-482C-B651-D8185AA9A0D0}" type="pres">
      <dgm:prSet presAssocID="{783E9CB9-0C5B-4EAA-9E27-9A8E89D21939}" presName="vert1" presStyleCnt="0"/>
      <dgm:spPr/>
    </dgm:pt>
  </dgm:ptLst>
  <dgm:cxnLst>
    <dgm:cxn modelId="{5DAAE072-4A30-4F72-B6CE-1DE186FE73A4}" srcId="{6A72FD12-4A2A-4645-ABDB-A5E5BC6BF938}" destId="{1FF7D49B-3A59-4939-A44A-689E011775A8}" srcOrd="1" destOrd="0" parTransId="{73F1BEC0-C507-4804-936D-BC42742DE4F4}" sibTransId="{7E1F99E5-FE2F-4E9C-9B5C-52F8CB468240}"/>
    <dgm:cxn modelId="{175D1373-1D53-4475-85A1-3E322A838255}" srcId="{6A72FD12-4A2A-4645-ABDB-A5E5BC6BF938}" destId="{783E9CB9-0C5B-4EAA-9E27-9A8E89D21939}" srcOrd="2" destOrd="0" parTransId="{D5E2DEFE-F658-4721-B23A-5005CE08B4DD}" sibTransId="{500050B3-3A5A-4102-8FFC-FA621E51EC25}"/>
    <dgm:cxn modelId="{7372DAA0-DDE1-4466-966B-FBF3767E2AB6}" type="presOf" srcId="{1FF7D49B-3A59-4939-A44A-689E011775A8}" destId="{CFD46A27-2A18-440E-958D-CF3F905BE81B}" srcOrd="0" destOrd="0" presId="urn:microsoft.com/office/officeart/2008/layout/LinedList"/>
    <dgm:cxn modelId="{864433A1-C680-439F-A9AB-75D31535A09A}" type="presOf" srcId="{1979E8B0-B229-4B72-B3C7-23E39ED4EDAB}" destId="{DEEB3E58-0DF9-483F-8FD5-44FB16F0B25D}" srcOrd="0" destOrd="0" presId="urn:microsoft.com/office/officeart/2008/layout/LinedList"/>
    <dgm:cxn modelId="{29EC73AF-0F7C-41B2-927E-B1AE5C367FE0}" srcId="{6A72FD12-4A2A-4645-ABDB-A5E5BC6BF938}" destId="{1979E8B0-B229-4B72-B3C7-23E39ED4EDAB}" srcOrd="0" destOrd="0" parTransId="{92136466-20F9-4B45-B5D6-193CDA3C6B94}" sibTransId="{3EF64B63-142B-4537-BE9B-288334052F47}"/>
    <dgm:cxn modelId="{88FB1CEC-475B-408E-8B26-08C5C8AA0180}" type="presOf" srcId="{6A72FD12-4A2A-4645-ABDB-A5E5BC6BF938}" destId="{D7E6DB82-64C9-40D0-8F02-4DE735104B31}" srcOrd="0" destOrd="0" presId="urn:microsoft.com/office/officeart/2008/layout/LinedList"/>
    <dgm:cxn modelId="{05D64EEC-8B9B-4F4F-BB89-A89C6D11EFD0}" type="presOf" srcId="{783E9CB9-0C5B-4EAA-9E27-9A8E89D21939}" destId="{93166AC9-B062-48AE-9316-DA3123CB6825}" srcOrd="0" destOrd="0" presId="urn:microsoft.com/office/officeart/2008/layout/LinedList"/>
    <dgm:cxn modelId="{EC1DA06B-695C-47BF-BBC7-AAFD96A4D803}" type="presParOf" srcId="{D7E6DB82-64C9-40D0-8F02-4DE735104B31}" destId="{96FB64E2-47F9-4B4C-858E-108801BE2BE9}" srcOrd="0" destOrd="0" presId="urn:microsoft.com/office/officeart/2008/layout/LinedList"/>
    <dgm:cxn modelId="{A762B9FC-AB74-4BAD-97DB-EEE37BD52089}" type="presParOf" srcId="{D7E6DB82-64C9-40D0-8F02-4DE735104B31}" destId="{D821D987-C436-462E-9223-483651975E41}" srcOrd="1" destOrd="0" presId="urn:microsoft.com/office/officeart/2008/layout/LinedList"/>
    <dgm:cxn modelId="{F98E544F-ACAB-440F-AE5B-F9307718A16A}" type="presParOf" srcId="{D821D987-C436-462E-9223-483651975E41}" destId="{DEEB3E58-0DF9-483F-8FD5-44FB16F0B25D}" srcOrd="0" destOrd="0" presId="urn:microsoft.com/office/officeart/2008/layout/LinedList"/>
    <dgm:cxn modelId="{90BE1797-47BE-46E1-85BA-CEEDDD4BA04F}" type="presParOf" srcId="{D821D987-C436-462E-9223-483651975E41}" destId="{413EBBAC-570A-4DDB-9924-B508BD96FB4E}" srcOrd="1" destOrd="0" presId="urn:microsoft.com/office/officeart/2008/layout/LinedList"/>
    <dgm:cxn modelId="{CC043303-96BB-4FAE-B71F-321FF9D1A829}" type="presParOf" srcId="{D7E6DB82-64C9-40D0-8F02-4DE735104B31}" destId="{570B5E01-1821-4B20-B1CC-7477E8EDF479}" srcOrd="2" destOrd="0" presId="urn:microsoft.com/office/officeart/2008/layout/LinedList"/>
    <dgm:cxn modelId="{FDC99E02-9637-4899-8427-EFB13757764A}" type="presParOf" srcId="{D7E6DB82-64C9-40D0-8F02-4DE735104B31}" destId="{3556F893-7E9B-4715-85CB-B6745F47B0C5}" srcOrd="3" destOrd="0" presId="urn:microsoft.com/office/officeart/2008/layout/LinedList"/>
    <dgm:cxn modelId="{633E23BA-67C3-4E0F-940F-41C10519ADA0}" type="presParOf" srcId="{3556F893-7E9B-4715-85CB-B6745F47B0C5}" destId="{CFD46A27-2A18-440E-958D-CF3F905BE81B}" srcOrd="0" destOrd="0" presId="urn:microsoft.com/office/officeart/2008/layout/LinedList"/>
    <dgm:cxn modelId="{FEA898FB-96A7-4E98-B89F-33A1087D6DD3}" type="presParOf" srcId="{3556F893-7E9B-4715-85CB-B6745F47B0C5}" destId="{1C261766-4FB7-47E7-B551-2083E1FBE4EE}" srcOrd="1" destOrd="0" presId="urn:microsoft.com/office/officeart/2008/layout/LinedList"/>
    <dgm:cxn modelId="{069E8299-E703-4B30-AB5D-C1312E8763D5}" type="presParOf" srcId="{D7E6DB82-64C9-40D0-8F02-4DE735104B31}" destId="{7CCAFA27-D03A-445F-BDC6-8800A91F03D0}" srcOrd="4" destOrd="0" presId="urn:microsoft.com/office/officeart/2008/layout/LinedList"/>
    <dgm:cxn modelId="{8D72CA75-CE10-4A9C-B846-56775424B8E3}" type="presParOf" srcId="{D7E6DB82-64C9-40D0-8F02-4DE735104B31}" destId="{79CC7A8A-701C-4B7C-8481-470E11807DFC}" srcOrd="5" destOrd="0" presId="urn:microsoft.com/office/officeart/2008/layout/LinedList"/>
    <dgm:cxn modelId="{1B5C755B-55A1-4144-AC2C-5F87A9AEC77A}" type="presParOf" srcId="{79CC7A8A-701C-4B7C-8481-470E11807DFC}" destId="{93166AC9-B062-48AE-9316-DA3123CB6825}" srcOrd="0" destOrd="0" presId="urn:microsoft.com/office/officeart/2008/layout/LinedList"/>
    <dgm:cxn modelId="{ECBE0C85-9C7F-45AD-9738-43D0F98A7FB1}" type="presParOf" srcId="{79CC7A8A-701C-4B7C-8481-470E11807DFC}" destId="{62627EF5-49EC-482C-B651-D8185AA9A0D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58BAF97C-379A-42EE-862C-E6757D14158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AF7326-9F17-4DBE-9464-F1141A1A552A}">
      <dgm:prSet/>
      <dgm:spPr/>
      <dgm:t>
        <a:bodyPr/>
        <a:lstStyle/>
        <a:p>
          <a:r>
            <a:rPr lang="en-GB"/>
            <a:t>OSPF progresses through several states while attempting to reach convergence:</a:t>
          </a:r>
          <a:endParaRPr lang="en-US"/>
        </a:p>
      </dgm:t>
    </dgm:pt>
    <dgm:pt modelId="{A89BEC7C-CFE8-4538-966C-A30C6FA385A2}" type="parTrans" cxnId="{0565242E-F085-4D35-842B-20616517A82F}">
      <dgm:prSet/>
      <dgm:spPr/>
      <dgm:t>
        <a:bodyPr/>
        <a:lstStyle/>
        <a:p>
          <a:endParaRPr lang="en-US"/>
        </a:p>
      </dgm:t>
    </dgm:pt>
    <dgm:pt modelId="{F4B58624-8B07-4E79-B6C8-C147CCD81EA8}" type="sibTrans" cxnId="{0565242E-F085-4D35-842B-20616517A82F}">
      <dgm:prSet/>
      <dgm:spPr/>
      <dgm:t>
        <a:bodyPr/>
        <a:lstStyle/>
        <a:p>
          <a:endParaRPr lang="en-US"/>
        </a:p>
      </dgm:t>
    </dgm:pt>
    <dgm:pt modelId="{4B9FDDE7-B5A5-4A94-A226-0F754C5A7CF5}">
      <dgm:prSet/>
      <dgm:spPr/>
      <dgm:t>
        <a:bodyPr/>
        <a:lstStyle/>
        <a:p>
          <a:r>
            <a:rPr lang="en-GB"/>
            <a:t>Down state</a:t>
          </a:r>
          <a:endParaRPr lang="en-US"/>
        </a:p>
      </dgm:t>
    </dgm:pt>
    <dgm:pt modelId="{3C52DB5A-70D2-44BD-8D9B-61EEE1935F48}" type="parTrans" cxnId="{67E7E0FB-5B10-4C27-9C66-861CEEA8C766}">
      <dgm:prSet/>
      <dgm:spPr/>
      <dgm:t>
        <a:bodyPr/>
        <a:lstStyle/>
        <a:p>
          <a:endParaRPr lang="en-US"/>
        </a:p>
      </dgm:t>
    </dgm:pt>
    <dgm:pt modelId="{96A13741-56FB-45A1-8E6A-89A8BD0C3E45}" type="sibTrans" cxnId="{67E7E0FB-5B10-4C27-9C66-861CEEA8C766}">
      <dgm:prSet/>
      <dgm:spPr/>
      <dgm:t>
        <a:bodyPr/>
        <a:lstStyle/>
        <a:p>
          <a:endParaRPr lang="en-US"/>
        </a:p>
      </dgm:t>
    </dgm:pt>
    <dgm:pt modelId="{4A937643-391A-47B7-9535-188F729AD5A5}">
      <dgm:prSet/>
      <dgm:spPr/>
      <dgm:t>
        <a:bodyPr/>
        <a:lstStyle/>
        <a:p>
          <a:r>
            <a:rPr lang="en-GB"/>
            <a:t>Init state</a:t>
          </a:r>
          <a:endParaRPr lang="en-US"/>
        </a:p>
      </dgm:t>
    </dgm:pt>
    <dgm:pt modelId="{B897BF96-3E66-4229-B7D2-CEEFA04BEC5A}" type="parTrans" cxnId="{694854B7-D2B4-427B-9128-B9DFF168B4D1}">
      <dgm:prSet/>
      <dgm:spPr/>
      <dgm:t>
        <a:bodyPr/>
        <a:lstStyle/>
        <a:p>
          <a:endParaRPr lang="en-US"/>
        </a:p>
      </dgm:t>
    </dgm:pt>
    <dgm:pt modelId="{FCC4790E-1059-4F47-BB97-AAD45975D9D0}" type="sibTrans" cxnId="{694854B7-D2B4-427B-9128-B9DFF168B4D1}">
      <dgm:prSet/>
      <dgm:spPr/>
      <dgm:t>
        <a:bodyPr/>
        <a:lstStyle/>
        <a:p>
          <a:endParaRPr lang="en-US"/>
        </a:p>
      </dgm:t>
    </dgm:pt>
    <dgm:pt modelId="{E4D81814-0617-42E0-8B73-EC02924A9B88}">
      <dgm:prSet/>
      <dgm:spPr/>
      <dgm:t>
        <a:bodyPr/>
        <a:lstStyle/>
        <a:p>
          <a:r>
            <a:rPr lang="en-GB"/>
            <a:t>Two-Way state</a:t>
          </a:r>
          <a:endParaRPr lang="en-US"/>
        </a:p>
      </dgm:t>
    </dgm:pt>
    <dgm:pt modelId="{CFD0ECFD-5203-4E4C-BF3A-0E56703ED66E}" type="parTrans" cxnId="{5A05A2D6-B75F-47EA-969C-12321FDBC763}">
      <dgm:prSet/>
      <dgm:spPr/>
      <dgm:t>
        <a:bodyPr/>
        <a:lstStyle/>
        <a:p>
          <a:endParaRPr lang="en-US"/>
        </a:p>
      </dgm:t>
    </dgm:pt>
    <dgm:pt modelId="{6843D6AE-C423-48FE-86FF-97EAFC639EEB}" type="sibTrans" cxnId="{5A05A2D6-B75F-47EA-969C-12321FDBC763}">
      <dgm:prSet/>
      <dgm:spPr/>
      <dgm:t>
        <a:bodyPr/>
        <a:lstStyle/>
        <a:p>
          <a:endParaRPr lang="en-US"/>
        </a:p>
      </dgm:t>
    </dgm:pt>
    <dgm:pt modelId="{BA495236-099C-45C6-87C6-E4775A19CA00}">
      <dgm:prSet/>
      <dgm:spPr/>
      <dgm:t>
        <a:bodyPr/>
        <a:lstStyle/>
        <a:p>
          <a:r>
            <a:rPr lang="en-GB"/>
            <a:t>ExStart state</a:t>
          </a:r>
          <a:endParaRPr lang="en-US"/>
        </a:p>
      </dgm:t>
    </dgm:pt>
    <dgm:pt modelId="{F0593D13-1192-48F1-A4FE-18AB291B1C6C}" type="parTrans" cxnId="{14D6F946-973D-414E-88BB-95A217108E06}">
      <dgm:prSet/>
      <dgm:spPr/>
      <dgm:t>
        <a:bodyPr/>
        <a:lstStyle/>
        <a:p>
          <a:endParaRPr lang="en-US"/>
        </a:p>
      </dgm:t>
    </dgm:pt>
    <dgm:pt modelId="{567F30C6-DB01-4D26-A98B-110FE632119E}" type="sibTrans" cxnId="{14D6F946-973D-414E-88BB-95A217108E06}">
      <dgm:prSet/>
      <dgm:spPr/>
      <dgm:t>
        <a:bodyPr/>
        <a:lstStyle/>
        <a:p>
          <a:endParaRPr lang="en-US"/>
        </a:p>
      </dgm:t>
    </dgm:pt>
    <dgm:pt modelId="{23D6F651-50D2-4BE5-B5D9-77CDDDFD0C16}">
      <dgm:prSet/>
      <dgm:spPr/>
      <dgm:t>
        <a:bodyPr/>
        <a:lstStyle/>
        <a:p>
          <a:r>
            <a:rPr lang="en-GB"/>
            <a:t>Exchange state</a:t>
          </a:r>
          <a:endParaRPr lang="en-US"/>
        </a:p>
      </dgm:t>
    </dgm:pt>
    <dgm:pt modelId="{012F955B-D431-406B-836D-AE5875E7E5F1}" type="parTrans" cxnId="{B0EBF26E-CE87-40F2-9517-3526409DC9C0}">
      <dgm:prSet/>
      <dgm:spPr/>
      <dgm:t>
        <a:bodyPr/>
        <a:lstStyle/>
        <a:p>
          <a:endParaRPr lang="en-US"/>
        </a:p>
      </dgm:t>
    </dgm:pt>
    <dgm:pt modelId="{654876C9-35A9-4DA0-8ECE-0DE6089B351F}" type="sibTrans" cxnId="{B0EBF26E-CE87-40F2-9517-3526409DC9C0}">
      <dgm:prSet/>
      <dgm:spPr/>
      <dgm:t>
        <a:bodyPr/>
        <a:lstStyle/>
        <a:p>
          <a:endParaRPr lang="en-US"/>
        </a:p>
      </dgm:t>
    </dgm:pt>
    <dgm:pt modelId="{46EA676B-6FC9-45ED-AA53-D4C37E71502F}">
      <dgm:prSet/>
      <dgm:spPr/>
      <dgm:t>
        <a:bodyPr/>
        <a:lstStyle/>
        <a:p>
          <a:r>
            <a:rPr lang="en-GB"/>
            <a:t>Loading state</a:t>
          </a:r>
          <a:endParaRPr lang="en-US"/>
        </a:p>
      </dgm:t>
    </dgm:pt>
    <dgm:pt modelId="{8E982A65-5BE7-42BA-8D54-6AB481FCFE13}" type="parTrans" cxnId="{C94E32A1-45F0-4259-AC40-7D38DBDDAA91}">
      <dgm:prSet/>
      <dgm:spPr/>
      <dgm:t>
        <a:bodyPr/>
        <a:lstStyle/>
        <a:p>
          <a:endParaRPr lang="en-US"/>
        </a:p>
      </dgm:t>
    </dgm:pt>
    <dgm:pt modelId="{9AB24C74-77A4-4F6F-9620-ED670521D173}" type="sibTrans" cxnId="{C94E32A1-45F0-4259-AC40-7D38DBDDAA91}">
      <dgm:prSet/>
      <dgm:spPr/>
      <dgm:t>
        <a:bodyPr/>
        <a:lstStyle/>
        <a:p>
          <a:endParaRPr lang="en-US"/>
        </a:p>
      </dgm:t>
    </dgm:pt>
    <dgm:pt modelId="{AE79CE43-B6EF-4DD1-AE14-FCEFADB80770}">
      <dgm:prSet/>
      <dgm:spPr/>
      <dgm:t>
        <a:bodyPr/>
        <a:lstStyle/>
        <a:p>
          <a:r>
            <a:rPr lang="en-GB"/>
            <a:t>Full state</a:t>
          </a:r>
          <a:endParaRPr lang="en-US"/>
        </a:p>
      </dgm:t>
    </dgm:pt>
    <dgm:pt modelId="{BE8DDE58-9C22-4EF1-B761-18A7D3ECD854}" type="parTrans" cxnId="{6AD1F0BA-86AE-427E-8519-B9D6941EEE1F}">
      <dgm:prSet/>
      <dgm:spPr/>
      <dgm:t>
        <a:bodyPr/>
        <a:lstStyle/>
        <a:p>
          <a:endParaRPr lang="en-US"/>
        </a:p>
      </dgm:t>
    </dgm:pt>
    <dgm:pt modelId="{F1B5AFE5-FB1D-4357-BCD8-11BF2D0B8A22}" type="sibTrans" cxnId="{6AD1F0BA-86AE-427E-8519-B9D6941EEE1F}">
      <dgm:prSet/>
      <dgm:spPr/>
      <dgm:t>
        <a:bodyPr/>
        <a:lstStyle/>
        <a:p>
          <a:endParaRPr lang="en-US"/>
        </a:p>
      </dgm:t>
    </dgm:pt>
    <dgm:pt modelId="{2371C440-B6BB-4540-8F77-C015762656CA}" type="pres">
      <dgm:prSet presAssocID="{58BAF97C-379A-42EE-862C-E6757D141588}" presName="linear" presStyleCnt="0">
        <dgm:presLayoutVars>
          <dgm:animLvl val="lvl"/>
          <dgm:resizeHandles val="exact"/>
        </dgm:presLayoutVars>
      </dgm:prSet>
      <dgm:spPr/>
    </dgm:pt>
    <dgm:pt modelId="{36B6FAB1-0712-4748-8303-6C8B0897542A}" type="pres">
      <dgm:prSet presAssocID="{D4AF7326-9F17-4DBE-9464-F1141A1A552A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763EEDC-E384-4085-AC8D-3F063D4FAC8A}" type="pres">
      <dgm:prSet presAssocID="{F4B58624-8B07-4E79-B6C8-C147CCD81EA8}" presName="spacer" presStyleCnt="0"/>
      <dgm:spPr/>
    </dgm:pt>
    <dgm:pt modelId="{DD3E0888-817E-4985-87F9-A9BD26A72E20}" type="pres">
      <dgm:prSet presAssocID="{4B9FDDE7-B5A5-4A94-A226-0F754C5A7CF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7D2E541-9473-4E8E-8C5A-75847913BB73}" type="pres">
      <dgm:prSet presAssocID="{96A13741-56FB-45A1-8E6A-89A8BD0C3E45}" presName="spacer" presStyleCnt="0"/>
      <dgm:spPr/>
    </dgm:pt>
    <dgm:pt modelId="{33505211-FF30-49F5-8D85-D514033B0530}" type="pres">
      <dgm:prSet presAssocID="{4A937643-391A-47B7-9535-188F729AD5A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60CC1A4-DC93-46BB-B220-D91C1904F441}" type="pres">
      <dgm:prSet presAssocID="{FCC4790E-1059-4F47-BB97-AAD45975D9D0}" presName="spacer" presStyleCnt="0"/>
      <dgm:spPr/>
    </dgm:pt>
    <dgm:pt modelId="{E4C0432E-FCF8-4720-B8AD-F7F17E3EBF7F}" type="pres">
      <dgm:prSet presAssocID="{E4D81814-0617-42E0-8B73-EC02924A9B8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30BD29F8-D026-41E6-960A-59B837578CC2}" type="pres">
      <dgm:prSet presAssocID="{6843D6AE-C423-48FE-86FF-97EAFC639EEB}" presName="spacer" presStyleCnt="0"/>
      <dgm:spPr/>
    </dgm:pt>
    <dgm:pt modelId="{45F97646-4F6E-4BBD-BE86-9A0B5C55C62A}" type="pres">
      <dgm:prSet presAssocID="{BA495236-099C-45C6-87C6-E4775A19CA0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ED6AAF62-0C3F-4CE9-92EC-954C0829AD5C}" type="pres">
      <dgm:prSet presAssocID="{567F30C6-DB01-4D26-A98B-110FE632119E}" presName="spacer" presStyleCnt="0"/>
      <dgm:spPr/>
    </dgm:pt>
    <dgm:pt modelId="{00B4BF3F-1414-461E-B65E-CE9B7C77DA2C}" type="pres">
      <dgm:prSet presAssocID="{23D6F651-50D2-4BE5-B5D9-77CDDDFD0C16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43D834B-1D3F-48C3-97D0-7AF651CE9EA7}" type="pres">
      <dgm:prSet presAssocID="{654876C9-35A9-4DA0-8ECE-0DE6089B351F}" presName="spacer" presStyleCnt="0"/>
      <dgm:spPr/>
    </dgm:pt>
    <dgm:pt modelId="{B1990BF4-333F-4BBE-A6F5-F1447E3937BC}" type="pres">
      <dgm:prSet presAssocID="{46EA676B-6FC9-45ED-AA53-D4C37E71502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3D91CEC-FA59-4A31-92A5-9CEC34DF9B90}" type="pres">
      <dgm:prSet presAssocID="{9AB24C74-77A4-4F6F-9620-ED670521D173}" presName="spacer" presStyleCnt="0"/>
      <dgm:spPr/>
    </dgm:pt>
    <dgm:pt modelId="{1D912F3E-D870-481B-BC81-FCF88CF1EB3C}" type="pres">
      <dgm:prSet presAssocID="{AE79CE43-B6EF-4DD1-AE14-FCEFADB80770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F664B09-5686-4A8B-9424-73A661D037AB}" type="presOf" srcId="{AE79CE43-B6EF-4DD1-AE14-FCEFADB80770}" destId="{1D912F3E-D870-481B-BC81-FCF88CF1EB3C}" srcOrd="0" destOrd="0" presId="urn:microsoft.com/office/officeart/2005/8/layout/vList2"/>
    <dgm:cxn modelId="{8EC8B90E-22DD-4304-B4CC-5C8594A52A72}" type="presOf" srcId="{E4D81814-0617-42E0-8B73-EC02924A9B88}" destId="{E4C0432E-FCF8-4720-B8AD-F7F17E3EBF7F}" srcOrd="0" destOrd="0" presId="urn:microsoft.com/office/officeart/2005/8/layout/vList2"/>
    <dgm:cxn modelId="{A4112923-45E5-4728-803A-395937AD8564}" type="presOf" srcId="{58BAF97C-379A-42EE-862C-E6757D141588}" destId="{2371C440-B6BB-4540-8F77-C015762656CA}" srcOrd="0" destOrd="0" presId="urn:microsoft.com/office/officeart/2005/8/layout/vList2"/>
    <dgm:cxn modelId="{1AB79F2A-C175-4B9A-B772-6D36F9C82EDE}" type="presOf" srcId="{46EA676B-6FC9-45ED-AA53-D4C37E71502F}" destId="{B1990BF4-333F-4BBE-A6F5-F1447E3937BC}" srcOrd="0" destOrd="0" presId="urn:microsoft.com/office/officeart/2005/8/layout/vList2"/>
    <dgm:cxn modelId="{0565242E-F085-4D35-842B-20616517A82F}" srcId="{58BAF97C-379A-42EE-862C-E6757D141588}" destId="{D4AF7326-9F17-4DBE-9464-F1141A1A552A}" srcOrd="0" destOrd="0" parTransId="{A89BEC7C-CFE8-4538-966C-A30C6FA385A2}" sibTransId="{F4B58624-8B07-4E79-B6C8-C147CCD81EA8}"/>
    <dgm:cxn modelId="{4C723531-6930-4DD0-A16F-AA3DA98268B8}" type="presOf" srcId="{D4AF7326-9F17-4DBE-9464-F1141A1A552A}" destId="{36B6FAB1-0712-4748-8303-6C8B0897542A}" srcOrd="0" destOrd="0" presId="urn:microsoft.com/office/officeart/2005/8/layout/vList2"/>
    <dgm:cxn modelId="{14D6F946-973D-414E-88BB-95A217108E06}" srcId="{58BAF97C-379A-42EE-862C-E6757D141588}" destId="{BA495236-099C-45C6-87C6-E4775A19CA00}" srcOrd="4" destOrd="0" parTransId="{F0593D13-1192-48F1-A4FE-18AB291B1C6C}" sibTransId="{567F30C6-DB01-4D26-A98B-110FE632119E}"/>
    <dgm:cxn modelId="{B0EBF26E-CE87-40F2-9517-3526409DC9C0}" srcId="{58BAF97C-379A-42EE-862C-E6757D141588}" destId="{23D6F651-50D2-4BE5-B5D9-77CDDDFD0C16}" srcOrd="5" destOrd="0" parTransId="{012F955B-D431-406B-836D-AE5875E7E5F1}" sibTransId="{654876C9-35A9-4DA0-8ECE-0DE6089B351F}"/>
    <dgm:cxn modelId="{421CD17E-75FE-4A1B-AA8A-B9D2C12E7433}" type="presOf" srcId="{4A937643-391A-47B7-9535-188F729AD5A5}" destId="{33505211-FF30-49F5-8D85-D514033B0530}" srcOrd="0" destOrd="0" presId="urn:microsoft.com/office/officeart/2005/8/layout/vList2"/>
    <dgm:cxn modelId="{2A6B2996-FA52-4A87-B374-DE2E63DE6C23}" type="presOf" srcId="{23D6F651-50D2-4BE5-B5D9-77CDDDFD0C16}" destId="{00B4BF3F-1414-461E-B65E-CE9B7C77DA2C}" srcOrd="0" destOrd="0" presId="urn:microsoft.com/office/officeart/2005/8/layout/vList2"/>
    <dgm:cxn modelId="{FE048BA0-77F9-4720-A1A5-BCA2F41CD810}" type="presOf" srcId="{BA495236-099C-45C6-87C6-E4775A19CA00}" destId="{45F97646-4F6E-4BBD-BE86-9A0B5C55C62A}" srcOrd="0" destOrd="0" presId="urn:microsoft.com/office/officeart/2005/8/layout/vList2"/>
    <dgm:cxn modelId="{C94E32A1-45F0-4259-AC40-7D38DBDDAA91}" srcId="{58BAF97C-379A-42EE-862C-E6757D141588}" destId="{46EA676B-6FC9-45ED-AA53-D4C37E71502F}" srcOrd="6" destOrd="0" parTransId="{8E982A65-5BE7-42BA-8D54-6AB481FCFE13}" sibTransId="{9AB24C74-77A4-4F6F-9620-ED670521D173}"/>
    <dgm:cxn modelId="{694854B7-D2B4-427B-9128-B9DFF168B4D1}" srcId="{58BAF97C-379A-42EE-862C-E6757D141588}" destId="{4A937643-391A-47B7-9535-188F729AD5A5}" srcOrd="2" destOrd="0" parTransId="{B897BF96-3E66-4229-B7D2-CEEFA04BEC5A}" sibTransId="{FCC4790E-1059-4F47-BB97-AAD45975D9D0}"/>
    <dgm:cxn modelId="{6AD1F0BA-86AE-427E-8519-B9D6941EEE1F}" srcId="{58BAF97C-379A-42EE-862C-E6757D141588}" destId="{AE79CE43-B6EF-4DD1-AE14-FCEFADB80770}" srcOrd="7" destOrd="0" parTransId="{BE8DDE58-9C22-4EF1-B761-18A7D3ECD854}" sibTransId="{F1B5AFE5-FB1D-4357-BCD8-11BF2D0B8A22}"/>
    <dgm:cxn modelId="{E05565C9-CD65-4755-A0C3-8683870B2EA7}" type="presOf" srcId="{4B9FDDE7-B5A5-4A94-A226-0F754C5A7CF5}" destId="{DD3E0888-817E-4985-87F9-A9BD26A72E20}" srcOrd="0" destOrd="0" presId="urn:microsoft.com/office/officeart/2005/8/layout/vList2"/>
    <dgm:cxn modelId="{5A05A2D6-B75F-47EA-969C-12321FDBC763}" srcId="{58BAF97C-379A-42EE-862C-E6757D141588}" destId="{E4D81814-0617-42E0-8B73-EC02924A9B88}" srcOrd="3" destOrd="0" parTransId="{CFD0ECFD-5203-4E4C-BF3A-0E56703ED66E}" sibTransId="{6843D6AE-C423-48FE-86FF-97EAFC639EEB}"/>
    <dgm:cxn modelId="{67E7E0FB-5B10-4C27-9C66-861CEEA8C766}" srcId="{58BAF97C-379A-42EE-862C-E6757D141588}" destId="{4B9FDDE7-B5A5-4A94-A226-0F754C5A7CF5}" srcOrd="1" destOrd="0" parTransId="{3C52DB5A-70D2-44BD-8D9B-61EEE1935F48}" sibTransId="{96A13741-56FB-45A1-8E6A-89A8BD0C3E45}"/>
    <dgm:cxn modelId="{9E2187CB-435C-4C8C-A953-146A92DD3268}" type="presParOf" srcId="{2371C440-B6BB-4540-8F77-C015762656CA}" destId="{36B6FAB1-0712-4748-8303-6C8B0897542A}" srcOrd="0" destOrd="0" presId="urn:microsoft.com/office/officeart/2005/8/layout/vList2"/>
    <dgm:cxn modelId="{8BD0F9FB-F6A0-4CCB-AEC0-E0B542F32179}" type="presParOf" srcId="{2371C440-B6BB-4540-8F77-C015762656CA}" destId="{9763EEDC-E384-4085-AC8D-3F063D4FAC8A}" srcOrd="1" destOrd="0" presId="urn:microsoft.com/office/officeart/2005/8/layout/vList2"/>
    <dgm:cxn modelId="{9D7AA013-9EE6-4912-9CB3-545968935F6E}" type="presParOf" srcId="{2371C440-B6BB-4540-8F77-C015762656CA}" destId="{DD3E0888-817E-4985-87F9-A9BD26A72E20}" srcOrd="2" destOrd="0" presId="urn:microsoft.com/office/officeart/2005/8/layout/vList2"/>
    <dgm:cxn modelId="{77C491C7-89ED-462A-A536-171887ED19E6}" type="presParOf" srcId="{2371C440-B6BB-4540-8F77-C015762656CA}" destId="{F7D2E541-9473-4E8E-8C5A-75847913BB73}" srcOrd="3" destOrd="0" presId="urn:microsoft.com/office/officeart/2005/8/layout/vList2"/>
    <dgm:cxn modelId="{785117F7-3DC1-4616-A846-4D23736F54E1}" type="presParOf" srcId="{2371C440-B6BB-4540-8F77-C015762656CA}" destId="{33505211-FF30-49F5-8D85-D514033B0530}" srcOrd="4" destOrd="0" presId="urn:microsoft.com/office/officeart/2005/8/layout/vList2"/>
    <dgm:cxn modelId="{3E34A1F1-9957-4030-A848-9CE8CC444AEB}" type="presParOf" srcId="{2371C440-B6BB-4540-8F77-C015762656CA}" destId="{B60CC1A4-DC93-46BB-B220-D91C1904F441}" srcOrd="5" destOrd="0" presId="urn:microsoft.com/office/officeart/2005/8/layout/vList2"/>
    <dgm:cxn modelId="{A452CEEE-D831-451F-BBA8-E91DFF223CBB}" type="presParOf" srcId="{2371C440-B6BB-4540-8F77-C015762656CA}" destId="{E4C0432E-FCF8-4720-B8AD-F7F17E3EBF7F}" srcOrd="6" destOrd="0" presId="urn:microsoft.com/office/officeart/2005/8/layout/vList2"/>
    <dgm:cxn modelId="{23B20583-8345-4E02-AD9B-9948809026A6}" type="presParOf" srcId="{2371C440-B6BB-4540-8F77-C015762656CA}" destId="{30BD29F8-D026-41E6-960A-59B837578CC2}" srcOrd="7" destOrd="0" presId="urn:microsoft.com/office/officeart/2005/8/layout/vList2"/>
    <dgm:cxn modelId="{FEA501DA-F834-44D0-92DE-C35A62F379F0}" type="presParOf" srcId="{2371C440-B6BB-4540-8F77-C015762656CA}" destId="{45F97646-4F6E-4BBD-BE86-9A0B5C55C62A}" srcOrd="8" destOrd="0" presId="urn:microsoft.com/office/officeart/2005/8/layout/vList2"/>
    <dgm:cxn modelId="{C29E9B0B-3079-46D0-8B0B-F05845D5AB3A}" type="presParOf" srcId="{2371C440-B6BB-4540-8F77-C015762656CA}" destId="{ED6AAF62-0C3F-4CE9-92EC-954C0829AD5C}" srcOrd="9" destOrd="0" presId="urn:microsoft.com/office/officeart/2005/8/layout/vList2"/>
    <dgm:cxn modelId="{B2213B88-369E-4A60-865D-46CA3A0BFA29}" type="presParOf" srcId="{2371C440-B6BB-4540-8F77-C015762656CA}" destId="{00B4BF3F-1414-461E-B65E-CE9B7C77DA2C}" srcOrd="10" destOrd="0" presId="urn:microsoft.com/office/officeart/2005/8/layout/vList2"/>
    <dgm:cxn modelId="{2F5FCA64-57BE-44B5-A3BD-AEF9D36E83FE}" type="presParOf" srcId="{2371C440-B6BB-4540-8F77-C015762656CA}" destId="{943D834B-1D3F-48C3-97D0-7AF651CE9EA7}" srcOrd="11" destOrd="0" presId="urn:microsoft.com/office/officeart/2005/8/layout/vList2"/>
    <dgm:cxn modelId="{E028CEB6-8DD1-4E1D-B134-CBB103E6F1A7}" type="presParOf" srcId="{2371C440-B6BB-4540-8F77-C015762656CA}" destId="{B1990BF4-333F-4BBE-A6F5-F1447E3937BC}" srcOrd="12" destOrd="0" presId="urn:microsoft.com/office/officeart/2005/8/layout/vList2"/>
    <dgm:cxn modelId="{0A854EF4-CF60-4807-8228-032DCB3CC032}" type="presParOf" srcId="{2371C440-B6BB-4540-8F77-C015762656CA}" destId="{53D91CEC-FA59-4A31-92A5-9CEC34DF9B90}" srcOrd="13" destOrd="0" presId="urn:microsoft.com/office/officeart/2005/8/layout/vList2"/>
    <dgm:cxn modelId="{F0E9888E-54EC-4EE1-979E-60AF44A87B27}" type="presParOf" srcId="{2371C440-B6BB-4540-8F77-C015762656CA}" destId="{1D912F3E-D870-481B-BC81-FCF88CF1EB3C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EA1470F5-7673-452B-890A-01335697484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CF9772-63F9-4E5B-933D-F8B02629CB18}">
      <dgm:prSet/>
      <dgm:spPr/>
      <dgm:t>
        <a:bodyPr/>
        <a:lstStyle/>
        <a:p>
          <a:r>
            <a:rPr lang="en-GB"/>
            <a:t>When an OSPF router is initially connected to a network, it attempts to:</a:t>
          </a:r>
          <a:endParaRPr lang="en-US"/>
        </a:p>
      </dgm:t>
    </dgm:pt>
    <dgm:pt modelId="{B7D2FAA0-F525-4197-9099-1417ABD07725}" type="parTrans" cxnId="{723DA3F7-6A9B-48EA-AC0A-8FD7990F34CB}">
      <dgm:prSet/>
      <dgm:spPr/>
      <dgm:t>
        <a:bodyPr/>
        <a:lstStyle/>
        <a:p>
          <a:endParaRPr lang="en-US"/>
        </a:p>
      </dgm:t>
    </dgm:pt>
    <dgm:pt modelId="{5F16AB6A-EE2F-4AD2-8B53-370377F5349D}" type="sibTrans" cxnId="{723DA3F7-6A9B-48EA-AC0A-8FD7990F34CB}">
      <dgm:prSet/>
      <dgm:spPr/>
      <dgm:t>
        <a:bodyPr/>
        <a:lstStyle/>
        <a:p>
          <a:endParaRPr lang="en-US"/>
        </a:p>
      </dgm:t>
    </dgm:pt>
    <dgm:pt modelId="{CE074EC0-A14E-4890-92C4-134D6752A793}">
      <dgm:prSet/>
      <dgm:spPr/>
      <dgm:t>
        <a:bodyPr/>
        <a:lstStyle/>
        <a:p>
          <a:r>
            <a:rPr lang="en-GB"/>
            <a:t>Create adjacencies with neighbours (HELLO..)</a:t>
          </a:r>
          <a:endParaRPr lang="en-US"/>
        </a:p>
      </dgm:t>
    </dgm:pt>
    <dgm:pt modelId="{CD3B00D4-C031-4C01-B037-171D4989C8BC}" type="parTrans" cxnId="{44414DB3-99D6-444C-BEB7-9FA22E45C0F0}">
      <dgm:prSet/>
      <dgm:spPr/>
      <dgm:t>
        <a:bodyPr/>
        <a:lstStyle/>
        <a:p>
          <a:endParaRPr lang="en-US"/>
        </a:p>
      </dgm:t>
    </dgm:pt>
    <dgm:pt modelId="{4EE44A7E-A890-42E6-B8BF-AF0D025C33D0}" type="sibTrans" cxnId="{44414DB3-99D6-444C-BEB7-9FA22E45C0F0}">
      <dgm:prSet/>
      <dgm:spPr/>
      <dgm:t>
        <a:bodyPr/>
        <a:lstStyle/>
        <a:p>
          <a:endParaRPr lang="en-US"/>
        </a:p>
      </dgm:t>
    </dgm:pt>
    <dgm:pt modelId="{13DB1E1A-A249-4D72-A6B2-1B9399E1444C}">
      <dgm:prSet/>
      <dgm:spPr/>
      <dgm:t>
        <a:bodyPr/>
        <a:lstStyle/>
        <a:p>
          <a:r>
            <a:rPr lang="en-GB"/>
            <a:t>Exchange routing information (LSAs)</a:t>
          </a:r>
          <a:endParaRPr lang="en-US"/>
        </a:p>
      </dgm:t>
    </dgm:pt>
    <dgm:pt modelId="{B123DF5D-07C6-441E-B498-B4ED4CEE672A}" type="parTrans" cxnId="{0D3B0968-7372-4A31-B676-F89A62E39140}">
      <dgm:prSet/>
      <dgm:spPr/>
      <dgm:t>
        <a:bodyPr/>
        <a:lstStyle/>
        <a:p>
          <a:endParaRPr lang="en-US"/>
        </a:p>
      </dgm:t>
    </dgm:pt>
    <dgm:pt modelId="{21811F99-D91E-4614-B85D-B0B587AC2850}" type="sibTrans" cxnId="{0D3B0968-7372-4A31-B676-F89A62E39140}">
      <dgm:prSet/>
      <dgm:spPr/>
      <dgm:t>
        <a:bodyPr/>
        <a:lstStyle/>
        <a:p>
          <a:endParaRPr lang="en-US"/>
        </a:p>
      </dgm:t>
    </dgm:pt>
    <dgm:pt modelId="{DA588198-EE3D-4A15-9CBA-D7BE3AC45F2E}">
      <dgm:prSet/>
      <dgm:spPr/>
      <dgm:t>
        <a:bodyPr/>
        <a:lstStyle/>
        <a:p>
          <a:r>
            <a:rPr lang="en-GB"/>
            <a:t>Build Topology (LSDB)</a:t>
          </a:r>
          <a:endParaRPr lang="en-US"/>
        </a:p>
      </dgm:t>
    </dgm:pt>
    <dgm:pt modelId="{94181845-F06B-42E8-A2F9-F4BCB5989429}" type="parTrans" cxnId="{48207BA4-3D73-4FF9-B531-6E8FD46EC7F1}">
      <dgm:prSet/>
      <dgm:spPr/>
      <dgm:t>
        <a:bodyPr/>
        <a:lstStyle/>
        <a:p>
          <a:endParaRPr lang="en-US"/>
        </a:p>
      </dgm:t>
    </dgm:pt>
    <dgm:pt modelId="{F7E47990-2459-4074-8223-4DF94911A99D}" type="sibTrans" cxnId="{48207BA4-3D73-4FF9-B531-6E8FD46EC7F1}">
      <dgm:prSet/>
      <dgm:spPr/>
      <dgm:t>
        <a:bodyPr/>
        <a:lstStyle/>
        <a:p>
          <a:endParaRPr lang="en-US"/>
        </a:p>
      </dgm:t>
    </dgm:pt>
    <dgm:pt modelId="{F2F8DADD-2D1B-489E-9C3D-7CA1177A0DD7}">
      <dgm:prSet/>
      <dgm:spPr/>
      <dgm:t>
        <a:bodyPr/>
        <a:lstStyle/>
        <a:p>
          <a:r>
            <a:rPr lang="en-GB"/>
            <a:t>Calculate the best routes (SPF)</a:t>
          </a:r>
          <a:endParaRPr lang="en-US"/>
        </a:p>
      </dgm:t>
    </dgm:pt>
    <dgm:pt modelId="{2C8525BE-6D1A-42A2-942C-60739536527D}" type="parTrans" cxnId="{4AC1FE81-1CB7-4D3F-B397-5EED00A35294}">
      <dgm:prSet/>
      <dgm:spPr/>
      <dgm:t>
        <a:bodyPr/>
        <a:lstStyle/>
        <a:p>
          <a:endParaRPr lang="en-US"/>
        </a:p>
      </dgm:t>
    </dgm:pt>
    <dgm:pt modelId="{55AA803F-46CF-40E7-8C8F-5F0DE5021A61}" type="sibTrans" cxnId="{4AC1FE81-1CB7-4D3F-B397-5EED00A35294}">
      <dgm:prSet/>
      <dgm:spPr/>
      <dgm:t>
        <a:bodyPr/>
        <a:lstStyle/>
        <a:p>
          <a:endParaRPr lang="en-US"/>
        </a:p>
      </dgm:t>
    </dgm:pt>
    <dgm:pt modelId="{C85743E6-3D30-4720-AFB9-B0971255027B}">
      <dgm:prSet/>
      <dgm:spPr/>
      <dgm:t>
        <a:bodyPr/>
        <a:lstStyle/>
        <a:p>
          <a:r>
            <a:rPr lang="en-GB"/>
            <a:t>Reach convergence</a:t>
          </a:r>
          <a:endParaRPr lang="en-US"/>
        </a:p>
      </dgm:t>
    </dgm:pt>
    <dgm:pt modelId="{53862A07-13A1-4B21-8297-468E503842E0}" type="parTrans" cxnId="{45BB9F62-F668-475E-8016-C48FE2ED72AC}">
      <dgm:prSet/>
      <dgm:spPr/>
      <dgm:t>
        <a:bodyPr/>
        <a:lstStyle/>
        <a:p>
          <a:endParaRPr lang="en-US"/>
        </a:p>
      </dgm:t>
    </dgm:pt>
    <dgm:pt modelId="{175CB151-6484-4D51-989B-FE4F473C0494}" type="sibTrans" cxnId="{45BB9F62-F668-475E-8016-C48FE2ED72AC}">
      <dgm:prSet/>
      <dgm:spPr/>
      <dgm:t>
        <a:bodyPr/>
        <a:lstStyle/>
        <a:p>
          <a:endParaRPr lang="en-US"/>
        </a:p>
      </dgm:t>
    </dgm:pt>
    <dgm:pt modelId="{5146E266-78FE-4257-BC44-4FF00AC25F06}" type="pres">
      <dgm:prSet presAssocID="{EA1470F5-7673-452B-890A-013356974841}" presName="linear" presStyleCnt="0">
        <dgm:presLayoutVars>
          <dgm:animLvl val="lvl"/>
          <dgm:resizeHandles val="exact"/>
        </dgm:presLayoutVars>
      </dgm:prSet>
      <dgm:spPr/>
    </dgm:pt>
    <dgm:pt modelId="{1A590590-697A-4A37-9B27-E0919609827F}" type="pres">
      <dgm:prSet presAssocID="{7FCF9772-63F9-4E5B-933D-F8B02629CB1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0811A1D-181B-4A36-B301-D048DE8EBB1C}" type="pres">
      <dgm:prSet presAssocID="{5F16AB6A-EE2F-4AD2-8B53-370377F5349D}" presName="spacer" presStyleCnt="0"/>
      <dgm:spPr/>
    </dgm:pt>
    <dgm:pt modelId="{9F8140B8-CFD1-4476-88A7-26C2CF26AFB4}" type="pres">
      <dgm:prSet presAssocID="{CE074EC0-A14E-4890-92C4-134D6752A79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307D166-57BD-4CB4-9CBD-BB6C79EC5859}" type="pres">
      <dgm:prSet presAssocID="{4EE44A7E-A890-42E6-B8BF-AF0D025C33D0}" presName="spacer" presStyleCnt="0"/>
      <dgm:spPr/>
    </dgm:pt>
    <dgm:pt modelId="{602BA2CE-5E93-4B54-B5F5-9B7B82126998}" type="pres">
      <dgm:prSet presAssocID="{13DB1E1A-A249-4D72-A6B2-1B9399E1444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DA6F3BF-278E-4F97-AD46-163E48F24B95}" type="pres">
      <dgm:prSet presAssocID="{21811F99-D91E-4614-B85D-B0B587AC2850}" presName="spacer" presStyleCnt="0"/>
      <dgm:spPr/>
    </dgm:pt>
    <dgm:pt modelId="{8EF4CFB0-E47B-4FF6-95B8-DA27F6E1D6DA}" type="pres">
      <dgm:prSet presAssocID="{DA588198-EE3D-4A15-9CBA-D7BE3AC45F2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33C7396-7E63-4B8E-A200-C0FD4F4D47B6}" type="pres">
      <dgm:prSet presAssocID="{F7E47990-2459-4074-8223-4DF94911A99D}" presName="spacer" presStyleCnt="0"/>
      <dgm:spPr/>
    </dgm:pt>
    <dgm:pt modelId="{F2054885-F42C-482C-827E-48BB44D43080}" type="pres">
      <dgm:prSet presAssocID="{F2F8DADD-2D1B-489E-9C3D-7CA1177A0DD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80C7238-D521-442D-87D5-53DB8ACED20A}" type="pres">
      <dgm:prSet presAssocID="{55AA803F-46CF-40E7-8C8F-5F0DE5021A61}" presName="spacer" presStyleCnt="0"/>
      <dgm:spPr/>
    </dgm:pt>
    <dgm:pt modelId="{F99AFBAB-44CA-4C15-BDE8-193C66C60DDD}" type="pres">
      <dgm:prSet presAssocID="{C85743E6-3D30-4720-AFB9-B0971255027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C47F906-4845-4156-A0F9-2B74A60CA4A8}" type="presOf" srcId="{DA588198-EE3D-4A15-9CBA-D7BE3AC45F2E}" destId="{8EF4CFB0-E47B-4FF6-95B8-DA27F6E1D6DA}" srcOrd="0" destOrd="0" presId="urn:microsoft.com/office/officeart/2005/8/layout/vList2"/>
    <dgm:cxn modelId="{6A42280A-17ED-4DFD-8726-A144088ACF69}" type="presOf" srcId="{C85743E6-3D30-4720-AFB9-B0971255027B}" destId="{F99AFBAB-44CA-4C15-BDE8-193C66C60DDD}" srcOrd="0" destOrd="0" presId="urn:microsoft.com/office/officeart/2005/8/layout/vList2"/>
    <dgm:cxn modelId="{45BB9F62-F668-475E-8016-C48FE2ED72AC}" srcId="{EA1470F5-7673-452B-890A-013356974841}" destId="{C85743E6-3D30-4720-AFB9-B0971255027B}" srcOrd="5" destOrd="0" parTransId="{53862A07-13A1-4B21-8297-468E503842E0}" sibTransId="{175CB151-6484-4D51-989B-FE4F473C0494}"/>
    <dgm:cxn modelId="{0D3B0968-7372-4A31-B676-F89A62E39140}" srcId="{EA1470F5-7673-452B-890A-013356974841}" destId="{13DB1E1A-A249-4D72-A6B2-1B9399E1444C}" srcOrd="2" destOrd="0" parTransId="{B123DF5D-07C6-441E-B498-B4ED4CEE672A}" sibTransId="{21811F99-D91E-4614-B85D-B0B587AC2850}"/>
    <dgm:cxn modelId="{4AC1FE81-1CB7-4D3F-B397-5EED00A35294}" srcId="{EA1470F5-7673-452B-890A-013356974841}" destId="{F2F8DADD-2D1B-489E-9C3D-7CA1177A0DD7}" srcOrd="4" destOrd="0" parTransId="{2C8525BE-6D1A-42A2-942C-60739536527D}" sibTransId="{55AA803F-46CF-40E7-8C8F-5F0DE5021A61}"/>
    <dgm:cxn modelId="{E8B8F288-535D-48D0-B37D-7426D237BAB2}" type="presOf" srcId="{CE074EC0-A14E-4890-92C4-134D6752A793}" destId="{9F8140B8-CFD1-4476-88A7-26C2CF26AFB4}" srcOrd="0" destOrd="0" presId="urn:microsoft.com/office/officeart/2005/8/layout/vList2"/>
    <dgm:cxn modelId="{1FB53390-E2D8-4908-951B-A7EE7260FA0B}" type="presOf" srcId="{13DB1E1A-A249-4D72-A6B2-1B9399E1444C}" destId="{602BA2CE-5E93-4B54-B5F5-9B7B82126998}" srcOrd="0" destOrd="0" presId="urn:microsoft.com/office/officeart/2005/8/layout/vList2"/>
    <dgm:cxn modelId="{48207BA4-3D73-4FF9-B531-6E8FD46EC7F1}" srcId="{EA1470F5-7673-452B-890A-013356974841}" destId="{DA588198-EE3D-4A15-9CBA-D7BE3AC45F2E}" srcOrd="3" destOrd="0" parTransId="{94181845-F06B-42E8-A2F9-F4BCB5989429}" sibTransId="{F7E47990-2459-4074-8223-4DF94911A99D}"/>
    <dgm:cxn modelId="{44414DB3-99D6-444C-BEB7-9FA22E45C0F0}" srcId="{EA1470F5-7673-452B-890A-013356974841}" destId="{CE074EC0-A14E-4890-92C4-134D6752A793}" srcOrd="1" destOrd="0" parTransId="{CD3B00D4-C031-4C01-B037-171D4989C8BC}" sibTransId="{4EE44A7E-A890-42E6-B8BF-AF0D025C33D0}"/>
    <dgm:cxn modelId="{A7A195B5-CDD2-4651-9CD2-BFBD3CD505BF}" type="presOf" srcId="{7FCF9772-63F9-4E5B-933D-F8B02629CB18}" destId="{1A590590-697A-4A37-9B27-E0919609827F}" srcOrd="0" destOrd="0" presId="urn:microsoft.com/office/officeart/2005/8/layout/vList2"/>
    <dgm:cxn modelId="{75B071C6-81E1-420E-A977-E50B8D609E58}" type="presOf" srcId="{EA1470F5-7673-452B-890A-013356974841}" destId="{5146E266-78FE-4257-BC44-4FF00AC25F06}" srcOrd="0" destOrd="0" presId="urn:microsoft.com/office/officeart/2005/8/layout/vList2"/>
    <dgm:cxn modelId="{0AF9B5E8-6B16-435A-AFBB-761477E69AB6}" type="presOf" srcId="{F2F8DADD-2D1B-489E-9C3D-7CA1177A0DD7}" destId="{F2054885-F42C-482C-827E-48BB44D43080}" srcOrd="0" destOrd="0" presId="urn:microsoft.com/office/officeart/2005/8/layout/vList2"/>
    <dgm:cxn modelId="{723DA3F7-6A9B-48EA-AC0A-8FD7990F34CB}" srcId="{EA1470F5-7673-452B-890A-013356974841}" destId="{7FCF9772-63F9-4E5B-933D-F8B02629CB18}" srcOrd="0" destOrd="0" parTransId="{B7D2FAA0-F525-4197-9099-1417ABD07725}" sibTransId="{5F16AB6A-EE2F-4AD2-8B53-370377F5349D}"/>
    <dgm:cxn modelId="{B83BABCE-5BC7-4E0B-A1FF-8A3C230A70E1}" type="presParOf" srcId="{5146E266-78FE-4257-BC44-4FF00AC25F06}" destId="{1A590590-697A-4A37-9B27-E0919609827F}" srcOrd="0" destOrd="0" presId="urn:microsoft.com/office/officeart/2005/8/layout/vList2"/>
    <dgm:cxn modelId="{709A5A2C-F2AB-4DC7-826B-73C744E7B2B5}" type="presParOf" srcId="{5146E266-78FE-4257-BC44-4FF00AC25F06}" destId="{60811A1D-181B-4A36-B301-D048DE8EBB1C}" srcOrd="1" destOrd="0" presId="urn:microsoft.com/office/officeart/2005/8/layout/vList2"/>
    <dgm:cxn modelId="{0F32A4C9-CDD1-4E24-A5B6-6960929FEE0C}" type="presParOf" srcId="{5146E266-78FE-4257-BC44-4FF00AC25F06}" destId="{9F8140B8-CFD1-4476-88A7-26C2CF26AFB4}" srcOrd="2" destOrd="0" presId="urn:microsoft.com/office/officeart/2005/8/layout/vList2"/>
    <dgm:cxn modelId="{0C3FDCD3-B30B-408C-AA60-1F8EE0F20486}" type="presParOf" srcId="{5146E266-78FE-4257-BC44-4FF00AC25F06}" destId="{C307D166-57BD-4CB4-9CBD-BB6C79EC5859}" srcOrd="3" destOrd="0" presId="urn:microsoft.com/office/officeart/2005/8/layout/vList2"/>
    <dgm:cxn modelId="{B95024C6-4CEF-4F03-B7E9-ECFCF6EAE022}" type="presParOf" srcId="{5146E266-78FE-4257-BC44-4FF00AC25F06}" destId="{602BA2CE-5E93-4B54-B5F5-9B7B82126998}" srcOrd="4" destOrd="0" presId="urn:microsoft.com/office/officeart/2005/8/layout/vList2"/>
    <dgm:cxn modelId="{137B3A3D-C081-484A-91B1-FFFD5118B08E}" type="presParOf" srcId="{5146E266-78FE-4257-BC44-4FF00AC25F06}" destId="{4DA6F3BF-278E-4F97-AD46-163E48F24B95}" srcOrd="5" destOrd="0" presId="urn:microsoft.com/office/officeart/2005/8/layout/vList2"/>
    <dgm:cxn modelId="{B61CEBE8-8208-4CC6-B3E0-AD84C99DDBC0}" type="presParOf" srcId="{5146E266-78FE-4257-BC44-4FF00AC25F06}" destId="{8EF4CFB0-E47B-4FF6-95B8-DA27F6E1D6DA}" srcOrd="6" destOrd="0" presId="urn:microsoft.com/office/officeart/2005/8/layout/vList2"/>
    <dgm:cxn modelId="{58114C16-7C67-471E-9438-DAF71F0DD122}" type="presParOf" srcId="{5146E266-78FE-4257-BC44-4FF00AC25F06}" destId="{B33C7396-7E63-4B8E-A200-C0FD4F4D47B6}" srcOrd="7" destOrd="0" presId="urn:microsoft.com/office/officeart/2005/8/layout/vList2"/>
    <dgm:cxn modelId="{558698CA-B646-485B-9DC8-280C44503F06}" type="presParOf" srcId="{5146E266-78FE-4257-BC44-4FF00AC25F06}" destId="{F2054885-F42C-482C-827E-48BB44D43080}" srcOrd="8" destOrd="0" presId="urn:microsoft.com/office/officeart/2005/8/layout/vList2"/>
    <dgm:cxn modelId="{C0499C12-DE1F-428A-9348-41EBD976A38B}" type="presParOf" srcId="{5146E266-78FE-4257-BC44-4FF00AC25F06}" destId="{A80C7238-D521-442D-87D5-53DB8ACED20A}" srcOrd="9" destOrd="0" presId="urn:microsoft.com/office/officeart/2005/8/layout/vList2"/>
    <dgm:cxn modelId="{353B4486-855B-4DF8-B416-B2B3B1C2C158}" type="presParOf" srcId="{5146E266-78FE-4257-BC44-4FF00AC25F06}" destId="{F99AFBAB-44CA-4C15-BDE8-193C66C60DD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3ADC3532-989F-4A09-9207-2E88C761780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0DC0B0A-3422-44E0-99C3-71A4B6C5B64E}">
      <dgm:prSet/>
      <dgm:spPr/>
      <dgm:t>
        <a:bodyPr/>
        <a:lstStyle/>
        <a:p>
          <a:r>
            <a:rPr lang="en-GB"/>
            <a:t>sh ip protocols</a:t>
          </a:r>
          <a:endParaRPr lang="en-US"/>
        </a:p>
      </dgm:t>
    </dgm:pt>
    <dgm:pt modelId="{1F1825FB-2F16-4C41-A6E2-6B9F0DA7D8DB}" type="parTrans" cxnId="{7ADB8DA9-2DA8-45A8-8E5F-5E800D1DCF43}">
      <dgm:prSet/>
      <dgm:spPr/>
      <dgm:t>
        <a:bodyPr/>
        <a:lstStyle/>
        <a:p>
          <a:endParaRPr lang="en-US"/>
        </a:p>
      </dgm:t>
    </dgm:pt>
    <dgm:pt modelId="{504F9FDB-784B-40B7-98DA-09DA3506627C}" type="sibTrans" cxnId="{7ADB8DA9-2DA8-45A8-8E5F-5E800D1DCF43}">
      <dgm:prSet/>
      <dgm:spPr/>
      <dgm:t>
        <a:bodyPr/>
        <a:lstStyle/>
        <a:p>
          <a:endParaRPr lang="en-US"/>
        </a:p>
      </dgm:t>
    </dgm:pt>
    <dgm:pt modelId="{C7FB5845-6C2C-417F-BC93-ED8CE0CFFB2E}">
      <dgm:prSet/>
      <dgm:spPr/>
      <dgm:t>
        <a:bodyPr/>
        <a:lstStyle/>
        <a:p>
          <a:r>
            <a:rPr lang="en-GB"/>
            <a:t>sh ip ospf</a:t>
          </a:r>
          <a:endParaRPr lang="en-US"/>
        </a:p>
      </dgm:t>
    </dgm:pt>
    <dgm:pt modelId="{54AAD7A2-1F2C-4793-9C44-6FB2E22AB26E}" type="parTrans" cxnId="{51547092-C653-425F-A6BA-8A0B11A73FE3}">
      <dgm:prSet/>
      <dgm:spPr/>
      <dgm:t>
        <a:bodyPr/>
        <a:lstStyle/>
        <a:p>
          <a:endParaRPr lang="en-US"/>
        </a:p>
      </dgm:t>
    </dgm:pt>
    <dgm:pt modelId="{C2B57944-0BF5-4EEA-8C23-08BAB9E08CB0}" type="sibTrans" cxnId="{51547092-C653-425F-A6BA-8A0B11A73FE3}">
      <dgm:prSet/>
      <dgm:spPr/>
      <dgm:t>
        <a:bodyPr/>
        <a:lstStyle/>
        <a:p>
          <a:endParaRPr lang="en-US"/>
        </a:p>
      </dgm:t>
    </dgm:pt>
    <dgm:pt modelId="{C9DE8E5C-4CBD-4DA9-A98D-77C76F48C141}">
      <dgm:prSet/>
      <dgm:spPr/>
      <dgm:t>
        <a:bodyPr/>
        <a:lstStyle/>
        <a:p>
          <a:r>
            <a:rPr lang="en-GB"/>
            <a:t>sh ip ospf int </a:t>
          </a:r>
          <a:endParaRPr lang="en-US"/>
        </a:p>
      </dgm:t>
    </dgm:pt>
    <dgm:pt modelId="{D74EFF69-E09D-4B6A-9CE5-28E71337975E}" type="parTrans" cxnId="{C6CCD883-4E2F-4377-9334-75074D70B8F3}">
      <dgm:prSet/>
      <dgm:spPr/>
      <dgm:t>
        <a:bodyPr/>
        <a:lstStyle/>
        <a:p>
          <a:endParaRPr lang="en-US"/>
        </a:p>
      </dgm:t>
    </dgm:pt>
    <dgm:pt modelId="{0DBB763F-72DC-4B9A-8BED-A1371FA37FD6}" type="sibTrans" cxnId="{C6CCD883-4E2F-4377-9334-75074D70B8F3}">
      <dgm:prSet/>
      <dgm:spPr/>
      <dgm:t>
        <a:bodyPr/>
        <a:lstStyle/>
        <a:p>
          <a:endParaRPr lang="en-US"/>
        </a:p>
      </dgm:t>
    </dgm:pt>
    <dgm:pt modelId="{DA24345F-226C-439F-94BE-4167CA848ACD}">
      <dgm:prSet/>
      <dgm:spPr/>
      <dgm:t>
        <a:bodyPr/>
        <a:lstStyle/>
        <a:p>
          <a:r>
            <a:rPr lang="en-GB"/>
            <a:t>Debug ip ospf spf</a:t>
          </a:r>
          <a:endParaRPr lang="en-US"/>
        </a:p>
      </dgm:t>
    </dgm:pt>
    <dgm:pt modelId="{AB1FB3E1-B16C-42A1-8F84-C4F432276878}" type="parTrans" cxnId="{FAD536BD-7768-4195-9A6F-8C67B6B162DA}">
      <dgm:prSet/>
      <dgm:spPr/>
      <dgm:t>
        <a:bodyPr/>
        <a:lstStyle/>
        <a:p>
          <a:endParaRPr lang="en-US"/>
        </a:p>
      </dgm:t>
    </dgm:pt>
    <dgm:pt modelId="{FB5BD519-BA08-49EC-9FFB-8806C6108EC8}" type="sibTrans" cxnId="{FAD536BD-7768-4195-9A6F-8C67B6B162DA}">
      <dgm:prSet/>
      <dgm:spPr/>
      <dgm:t>
        <a:bodyPr/>
        <a:lstStyle/>
        <a:p>
          <a:endParaRPr lang="en-US"/>
        </a:p>
      </dgm:t>
    </dgm:pt>
    <dgm:pt modelId="{F0CA482B-7D93-4FB2-A6C6-3010E068DBCA}">
      <dgm:prSet/>
      <dgm:spPr/>
      <dgm:t>
        <a:bodyPr/>
        <a:lstStyle/>
        <a:p>
          <a:r>
            <a:rPr lang="en-GB"/>
            <a:t>sh ip ospf neighbour</a:t>
          </a:r>
          <a:endParaRPr lang="en-US"/>
        </a:p>
      </dgm:t>
    </dgm:pt>
    <dgm:pt modelId="{FDEC4EB7-AE92-4976-8C3C-E49019EA2E0D}" type="parTrans" cxnId="{62AFFC92-F923-48B6-B64B-62A6F7320FE7}">
      <dgm:prSet/>
      <dgm:spPr/>
      <dgm:t>
        <a:bodyPr/>
        <a:lstStyle/>
        <a:p>
          <a:endParaRPr lang="en-US"/>
        </a:p>
      </dgm:t>
    </dgm:pt>
    <dgm:pt modelId="{F7A72B2E-E2DF-4E5A-A4C4-20DA9D296E85}" type="sibTrans" cxnId="{62AFFC92-F923-48B6-B64B-62A6F7320FE7}">
      <dgm:prSet/>
      <dgm:spPr/>
      <dgm:t>
        <a:bodyPr/>
        <a:lstStyle/>
        <a:p>
          <a:endParaRPr lang="en-US"/>
        </a:p>
      </dgm:t>
    </dgm:pt>
    <dgm:pt modelId="{CCB9E82C-6479-4F72-B1AD-C3784B7643AB}">
      <dgm:prSet/>
      <dgm:spPr/>
      <dgm:t>
        <a:bodyPr/>
        <a:lstStyle/>
        <a:p>
          <a:r>
            <a:rPr lang="en-GB"/>
            <a:t>sh ip ospf database</a:t>
          </a:r>
          <a:endParaRPr lang="en-US"/>
        </a:p>
      </dgm:t>
    </dgm:pt>
    <dgm:pt modelId="{DB6FB9B2-39C5-43F8-A9F4-EEDFF7DDF0F3}" type="parTrans" cxnId="{BEC21370-628F-4E9D-AD78-701C5011089C}">
      <dgm:prSet/>
      <dgm:spPr/>
      <dgm:t>
        <a:bodyPr/>
        <a:lstStyle/>
        <a:p>
          <a:endParaRPr lang="en-US"/>
        </a:p>
      </dgm:t>
    </dgm:pt>
    <dgm:pt modelId="{C103CB99-AF98-4297-9C31-C2D1CA592498}" type="sibTrans" cxnId="{BEC21370-628F-4E9D-AD78-701C5011089C}">
      <dgm:prSet/>
      <dgm:spPr/>
      <dgm:t>
        <a:bodyPr/>
        <a:lstStyle/>
        <a:p>
          <a:endParaRPr lang="en-US"/>
        </a:p>
      </dgm:t>
    </dgm:pt>
    <dgm:pt modelId="{D9A95F1C-8B79-46F3-8572-9778F6DB5BA9}" type="pres">
      <dgm:prSet presAssocID="{3ADC3532-989F-4A09-9207-2E88C7617803}" presName="vert0" presStyleCnt="0">
        <dgm:presLayoutVars>
          <dgm:dir/>
          <dgm:animOne val="branch"/>
          <dgm:animLvl val="lvl"/>
        </dgm:presLayoutVars>
      </dgm:prSet>
      <dgm:spPr/>
    </dgm:pt>
    <dgm:pt modelId="{2B9977CD-3135-4A2B-9232-A4E94BA3C9F2}" type="pres">
      <dgm:prSet presAssocID="{80DC0B0A-3422-44E0-99C3-71A4B6C5B64E}" presName="thickLine" presStyleLbl="alignNode1" presStyleIdx="0" presStyleCnt="6"/>
      <dgm:spPr/>
    </dgm:pt>
    <dgm:pt modelId="{BF053241-249E-41DA-A416-35C92A327270}" type="pres">
      <dgm:prSet presAssocID="{80DC0B0A-3422-44E0-99C3-71A4B6C5B64E}" presName="horz1" presStyleCnt="0"/>
      <dgm:spPr/>
    </dgm:pt>
    <dgm:pt modelId="{EADC33ED-020E-44F5-A403-702203714943}" type="pres">
      <dgm:prSet presAssocID="{80DC0B0A-3422-44E0-99C3-71A4B6C5B64E}" presName="tx1" presStyleLbl="revTx" presStyleIdx="0" presStyleCnt="6"/>
      <dgm:spPr/>
    </dgm:pt>
    <dgm:pt modelId="{33BD2253-303F-468B-BF37-D1D9E2DE9508}" type="pres">
      <dgm:prSet presAssocID="{80DC0B0A-3422-44E0-99C3-71A4B6C5B64E}" presName="vert1" presStyleCnt="0"/>
      <dgm:spPr/>
    </dgm:pt>
    <dgm:pt modelId="{E26B4A9D-6172-43A4-B350-879B1B46EDB0}" type="pres">
      <dgm:prSet presAssocID="{C7FB5845-6C2C-417F-BC93-ED8CE0CFFB2E}" presName="thickLine" presStyleLbl="alignNode1" presStyleIdx="1" presStyleCnt="6"/>
      <dgm:spPr/>
    </dgm:pt>
    <dgm:pt modelId="{01836311-EC1B-4420-A9CC-12EBFC73F65C}" type="pres">
      <dgm:prSet presAssocID="{C7FB5845-6C2C-417F-BC93-ED8CE0CFFB2E}" presName="horz1" presStyleCnt="0"/>
      <dgm:spPr/>
    </dgm:pt>
    <dgm:pt modelId="{494A5066-3F70-4F98-8263-6680BBCD4CE9}" type="pres">
      <dgm:prSet presAssocID="{C7FB5845-6C2C-417F-BC93-ED8CE0CFFB2E}" presName="tx1" presStyleLbl="revTx" presStyleIdx="1" presStyleCnt="6"/>
      <dgm:spPr/>
    </dgm:pt>
    <dgm:pt modelId="{1AD6B23E-BFDD-4E62-90C6-6470BB96E803}" type="pres">
      <dgm:prSet presAssocID="{C7FB5845-6C2C-417F-BC93-ED8CE0CFFB2E}" presName="vert1" presStyleCnt="0"/>
      <dgm:spPr/>
    </dgm:pt>
    <dgm:pt modelId="{1FCF569B-C88B-4495-9CE8-8BA5CBAD8453}" type="pres">
      <dgm:prSet presAssocID="{C9DE8E5C-4CBD-4DA9-A98D-77C76F48C141}" presName="thickLine" presStyleLbl="alignNode1" presStyleIdx="2" presStyleCnt="6"/>
      <dgm:spPr/>
    </dgm:pt>
    <dgm:pt modelId="{0A341A5A-FC25-47C6-A63B-177553EE2FD9}" type="pres">
      <dgm:prSet presAssocID="{C9DE8E5C-4CBD-4DA9-A98D-77C76F48C141}" presName="horz1" presStyleCnt="0"/>
      <dgm:spPr/>
    </dgm:pt>
    <dgm:pt modelId="{0B9BFC83-0272-471B-869F-B398B6147EFC}" type="pres">
      <dgm:prSet presAssocID="{C9DE8E5C-4CBD-4DA9-A98D-77C76F48C141}" presName="tx1" presStyleLbl="revTx" presStyleIdx="2" presStyleCnt="6"/>
      <dgm:spPr/>
    </dgm:pt>
    <dgm:pt modelId="{12FE6843-D682-4DC7-921B-08C5C8F0F07C}" type="pres">
      <dgm:prSet presAssocID="{C9DE8E5C-4CBD-4DA9-A98D-77C76F48C141}" presName="vert1" presStyleCnt="0"/>
      <dgm:spPr/>
    </dgm:pt>
    <dgm:pt modelId="{5BD8143B-1CFF-403C-99C6-BCC4C2BDF7A5}" type="pres">
      <dgm:prSet presAssocID="{DA24345F-226C-439F-94BE-4167CA848ACD}" presName="thickLine" presStyleLbl="alignNode1" presStyleIdx="3" presStyleCnt="6"/>
      <dgm:spPr/>
    </dgm:pt>
    <dgm:pt modelId="{1C45CE1A-D9D7-4522-BF75-1320BB566A8D}" type="pres">
      <dgm:prSet presAssocID="{DA24345F-226C-439F-94BE-4167CA848ACD}" presName="horz1" presStyleCnt="0"/>
      <dgm:spPr/>
    </dgm:pt>
    <dgm:pt modelId="{DF274766-24E6-49D2-8946-C6FAE5AAD343}" type="pres">
      <dgm:prSet presAssocID="{DA24345F-226C-439F-94BE-4167CA848ACD}" presName="tx1" presStyleLbl="revTx" presStyleIdx="3" presStyleCnt="6"/>
      <dgm:spPr/>
    </dgm:pt>
    <dgm:pt modelId="{4063624E-6DF4-4E31-88A9-679D210F5BD7}" type="pres">
      <dgm:prSet presAssocID="{DA24345F-226C-439F-94BE-4167CA848ACD}" presName="vert1" presStyleCnt="0"/>
      <dgm:spPr/>
    </dgm:pt>
    <dgm:pt modelId="{5468BC8E-8DED-4C79-AC9D-24617E9510D2}" type="pres">
      <dgm:prSet presAssocID="{F0CA482B-7D93-4FB2-A6C6-3010E068DBCA}" presName="thickLine" presStyleLbl="alignNode1" presStyleIdx="4" presStyleCnt="6"/>
      <dgm:spPr/>
    </dgm:pt>
    <dgm:pt modelId="{B4DD91FD-A0DB-4846-A0FC-B8902F79155D}" type="pres">
      <dgm:prSet presAssocID="{F0CA482B-7D93-4FB2-A6C6-3010E068DBCA}" presName="horz1" presStyleCnt="0"/>
      <dgm:spPr/>
    </dgm:pt>
    <dgm:pt modelId="{A3BCF0D1-6C71-48D9-8AE1-5C7F48E02822}" type="pres">
      <dgm:prSet presAssocID="{F0CA482B-7D93-4FB2-A6C6-3010E068DBCA}" presName="tx1" presStyleLbl="revTx" presStyleIdx="4" presStyleCnt="6"/>
      <dgm:spPr/>
    </dgm:pt>
    <dgm:pt modelId="{6F645B80-A72A-4EEB-8914-087E078A9DD4}" type="pres">
      <dgm:prSet presAssocID="{F0CA482B-7D93-4FB2-A6C6-3010E068DBCA}" presName="vert1" presStyleCnt="0"/>
      <dgm:spPr/>
    </dgm:pt>
    <dgm:pt modelId="{C9C1AF24-020A-4407-8FDE-81192A3FDF79}" type="pres">
      <dgm:prSet presAssocID="{CCB9E82C-6479-4F72-B1AD-C3784B7643AB}" presName="thickLine" presStyleLbl="alignNode1" presStyleIdx="5" presStyleCnt="6"/>
      <dgm:spPr/>
    </dgm:pt>
    <dgm:pt modelId="{748D6DAC-E675-4673-94C7-81A6080598C8}" type="pres">
      <dgm:prSet presAssocID="{CCB9E82C-6479-4F72-B1AD-C3784B7643AB}" presName="horz1" presStyleCnt="0"/>
      <dgm:spPr/>
    </dgm:pt>
    <dgm:pt modelId="{9B7968D7-935F-45F2-873D-74E156831B3B}" type="pres">
      <dgm:prSet presAssocID="{CCB9E82C-6479-4F72-B1AD-C3784B7643AB}" presName="tx1" presStyleLbl="revTx" presStyleIdx="5" presStyleCnt="6"/>
      <dgm:spPr/>
    </dgm:pt>
    <dgm:pt modelId="{84613117-A926-4009-AB53-9D6EB6D5080E}" type="pres">
      <dgm:prSet presAssocID="{CCB9E82C-6479-4F72-B1AD-C3784B7643AB}" presName="vert1" presStyleCnt="0"/>
      <dgm:spPr/>
    </dgm:pt>
  </dgm:ptLst>
  <dgm:cxnLst>
    <dgm:cxn modelId="{C6384531-4332-4ABC-A2D9-6B06CAF03594}" type="presOf" srcId="{C9DE8E5C-4CBD-4DA9-A98D-77C76F48C141}" destId="{0B9BFC83-0272-471B-869F-B398B6147EFC}" srcOrd="0" destOrd="0" presId="urn:microsoft.com/office/officeart/2008/layout/LinedList"/>
    <dgm:cxn modelId="{EDCDD53B-B3AD-4D35-AD17-CDBC2E92D3FC}" type="presOf" srcId="{DA24345F-226C-439F-94BE-4167CA848ACD}" destId="{DF274766-24E6-49D2-8946-C6FAE5AAD343}" srcOrd="0" destOrd="0" presId="urn:microsoft.com/office/officeart/2008/layout/LinedList"/>
    <dgm:cxn modelId="{BEC21370-628F-4E9D-AD78-701C5011089C}" srcId="{3ADC3532-989F-4A09-9207-2E88C7617803}" destId="{CCB9E82C-6479-4F72-B1AD-C3784B7643AB}" srcOrd="5" destOrd="0" parTransId="{DB6FB9B2-39C5-43F8-A9F4-EEDFF7DDF0F3}" sibTransId="{C103CB99-AF98-4297-9C31-C2D1CA592498}"/>
    <dgm:cxn modelId="{E836A977-FAFD-46F4-98F3-F986EE7ECC4A}" type="presOf" srcId="{CCB9E82C-6479-4F72-B1AD-C3784B7643AB}" destId="{9B7968D7-935F-45F2-873D-74E156831B3B}" srcOrd="0" destOrd="0" presId="urn:microsoft.com/office/officeart/2008/layout/LinedList"/>
    <dgm:cxn modelId="{A9727478-3CD3-4F1C-99EE-365CF161F96C}" type="presOf" srcId="{C7FB5845-6C2C-417F-BC93-ED8CE0CFFB2E}" destId="{494A5066-3F70-4F98-8263-6680BBCD4CE9}" srcOrd="0" destOrd="0" presId="urn:microsoft.com/office/officeart/2008/layout/LinedList"/>
    <dgm:cxn modelId="{C6CCD883-4E2F-4377-9334-75074D70B8F3}" srcId="{3ADC3532-989F-4A09-9207-2E88C7617803}" destId="{C9DE8E5C-4CBD-4DA9-A98D-77C76F48C141}" srcOrd="2" destOrd="0" parTransId="{D74EFF69-E09D-4B6A-9CE5-28E71337975E}" sibTransId="{0DBB763F-72DC-4B9A-8BED-A1371FA37FD6}"/>
    <dgm:cxn modelId="{51547092-C653-425F-A6BA-8A0B11A73FE3}" srcId="{3ADC3532-989F-4A09-9207-2E88C7617803}" destId="{C7FB5845-6C2C-417F-BC93-ED8CE0CFFB2E}" srcOrd="1" destOrd="0" parTransId="{54AAD7A2-1F2C-4793-9C44-6FB2E22AB26E}" sibTransId="{C2B57944-0BF5-4EEA-8C23-08BAB9E08CB0}"/>
    <dgm:cxn modelId="{62AFFC92-F923-48B6-B64B-62A6F7320FE7}" srcId="{3ADC3532-989F-4A09-9207-2E88C7617803}" destId="{F0CA482B-7D93-4FB2-A6C6-3010E068DBCA}" srcOrd="4" destOrd="0" parTransId="{FDEC4EB7-AE92-4976-8C3C-E49019EA2E0D}" sibTransId="{F7A72B2E-E2DF-4E5A-A4C4-20DA9D296E85}"/>
    <dgm:cxn modelId="{4483F099-291C-48F0-BAB9-20E8E76BA0B0}" type="presOf" srcId="{80DC0B0A-3422-44E0-99C3-71A4B6C5B64E}" destId="{EADC33ED-020E-44F5-A403-702203714943}" srcOrd="0" destOrd="0" presId="urn:microsoft.com/office/officeart/2008/layout/LinedList"/>
    <dgm:cxn modelId="{7ADB8DA9-2DA8-45A8-8E5F-5E800D1DCF43}" srcId="{3ADC3532-989F-4A09-9207-2E88C7617803}" destId="{80DC0B0A-3422-44E0-99C3-71A4B6C5B64E}" srcOrd="0" destOrd="0" parTransId="{1F1825FB-2F16-4C41-A6E2-6B9F0DA7D8DB}" sibTransId="{504F9FDB-784B-40B7-98DA-09DA3506627C}"/>
    <dgm:cxn modelId="{245563B5-DDC2-4826-9911-62845A3C97DC}" type="presOf" srcId="{3ADC3532-989F-4A09-9207-2E88C7617803}" destId="{D9A95F1C-8B79-46F3-8572-9778F6DB5BA9}" srcOrd="0" destOrd="0" presId="urn:microsoft.com/office/officeart/2008/layout/LinedList"/>
    <dgm:cxn modelId="{FAD536BD-7768-4195-9A6F-8C67B6B162DA}" srcId="{3ADC3532-989F-4A09-9207-2E88C7617803}" destId="{DA24345F-226C-439F-94BE-4167CA848ACD}" srcOrd="3" destOrd="0" parTransId="{AB1FB3E1-B16C-42A1-8F84-C4F432276878}" sibTransId="{FB5BD519-BA08-49EC-9FFB-8806C6108EC8}"/>
    <dgm:cxn modelId="{167FC7E6-64C7-482D-AECD-22E915460924}" type="presOf" srcId="{F0CA482B-7D93-4FB2-A6C6-3010E068DBCA}" destId="{A3BCF0D1-6C71-48D9-8AE1-5C7F48E02822}" srcOrd="0" destOrd="0" presId="urn:microsoft.com/office/officeart/2008/layout/LinedList"/>
    <dgm:cxn modelId="{3BC33538-BF82-4F92-8555-69F2814A894F}" type="presParOf" srcId="{D9A95F1C-8B79-46F3-8572-9778F6DB5BA9}" destId="{2B9977CD-3135-4A2B-9232-A4E94BA3C9F2}" srcOrd="0" destOrd="0" presId="urn:microsoft.com/office/officeart/2008/layout/LinedList"/>
    <dgm:cxn modelId="{8B4F3276-0494-4ABB-878A-E88FB9344D1A}" type="presParOf" srcId="{D9A95F1C-8B79-46F3-8572-9778F6DB5BA9}" destId="{BF053241-249E-41DA-A416-35C92A327270}" srcOrd="1" destOrd="0" presId="urn:microsoft.com/office/officeart/2008/layout/LinedList"/>
    <dgm:cxn modelId="{C963474C-1B9F-4D61-AF6D-3ABF697888BF}" type="presParOf" srcId="{BF053241-249E-41DA-A416-35C92A327270}" destId="{EADC33ED-020E-44F5-A403-702203714943}" srcOrd="0" destOrd="0" presId="urn:microsoft.com/office/officeart/2008/layout/LinedList"/>
    <dgm:cxn modelId="{90839889-BF78-4407-99C7-81DB0662C4CF}" type="presParOf" srcId="{BF053241-249E-41DA-A416-35C92A327270}" destId="{33BD2253-303F-468B-BF37-D1D9E2DE9508}" srcOrd="1" destOrd="0" presId="urn:microsoft.com/office/officeart/2008/layout/LinedList"/>
    <dgm:cxn modelId="{7B138E79-622E-48F2-8C8B-12C626F77885}" type="presParOf" srcId="{D9A95F1C-8B79-46F3-8572-9778F6DB5BA9}" destId="{E26B4A9D-6172-43A4-B350-879B1B46EDB0}" srcOrd="2" destOrd="0" presId="urn:microsoft.com/office/officeart/2008/layout/LinedList"/>
    <dgm:cxn modelId="{99252FB9-BED1-49C9-9C56-B07668FB0E41}" type="presParOf" srcId="{D9A95F1C-8B79-46F3-8572-9778F6DB5BA9}" destId="{01836311-EC1B-4420-A9CC-12EBFC73F65C}" srcOrd="3" destOrd="0" presId="urn:microsoft.com/office/officeart/2008/layout/LinedList"/>
    <dgm:cxn modelId="{9FDFC077-2AB9-4740-96C4-B885140C763B}" type="presParOf" srcId="{01836311-EC1B-4420-A9CC-12EBFC73F65C}" destId="{494A5066-3F70-4F98-8263-6680BBCD4CE9}" srcOrd="0" destOrd="0" presId="urn:microsoft.com/office/officeart/2008/layout/LinedList"/>
    <dgm:cxn modelId="{CB73CAA7-C0CB-4D36-BEDE-D91932E0FB87}" type="presParOf" srcId="{01836311-EC1B-4420-A9CC-12EBFC73F65C}" destId="{1AD6B23E-BFDD-4E62-90C6-6470BB96E803}" srcOrd="1" destOrd="0" presId="urn:microsoft.com/office/officeart/2008/layout/LinedList"/>
    <dgm:cxn modelId="{56EF112E-F0F8-4A4F-829E-F5ECD5A3E55F}" type="presParOf" srcId="{D9A95F1C-8B79-46F3-8572-9778F6DB5BA9}" destId="{1FCF569B-C88B-4495-9CE8-8BA5CBAD8453}" srcOrd="4" destOrd="0" presId="urn:microsoft.com/office/officeart/2008/layout/LinedList"/>
    <dgm:cxn modelId="{9BD2EFE4-63B3-4329-8CF0-6B8EF22B0A5C}" type="presParOf" srcId="{D9A95F1C-8B79-46F3-8572-9778F6DB5BA9}" destId="{0A341A5A-FC25-47C6-A63B-177553EE2FD9}" srcOrd="5" destOrd="0" presId="urn:microsoft.com/office/officeart/2008/layout/LinedList"/>
    <dgm:cxn modelId="{D15A9F7C-4875-4DD4-ADC5-45676716A52E}" type="presParOf" srcId="{0A341A5A-FC25-47C6-A63B-177553EE2FD9}" destId="{0B9BFC83-0272-471B-869F-B398B6147EFC}" srcOrd="0" destOrd="0" presId="urn:microsoft.com/office/officeart/2008/layout/LinedList"/>
    <dgm:cxn modelId="{A1E975DA-901C-454B-9AAD-C5F026D39DD2}" type="presParOf" srcId="{0A341A5A-FC25-47C6-A63B-177553EE2FD9}" destId="{12FE6843-D682-4DC7-921B-08C5C8F0F07C}" srcOrd="1" destOrd="0" presId="urn:microsoft.com/office/officeart/2008/layout/LinedList"/>
    <dgm:cxn modelId="{693E39B9-18C5-46E5-BD48-239C9CFCB2A3}" type="presParOf" srcId="{D9A95F1C-8B79-46F3-8572-9778F6DB5BA9}" destId="{5BD8143B-1CFF-403C-99C6-BCC4C2BDF7A5}" srcOrd="6" destOrd="0" presId="urn:microsoft.com/office/officeart/2008/layout/LinedList"/>
    <dgm:cxn modelId="{84491070-3309-40CD-B838-916BFC3C5C31}" type="presParOf" srcId="{D9A95F1C-8B79-46F3-8572-9778F6DB5BA9}" destId="{1C45CE1A-D9D7-4522-BF75-1320BB566A8D}" srcOrd="7" destOrd="0" presId="urn:microsoft.com/office/officeart/2008/layout/LinedList"/>
    <dgm:cxn modelId="{627A263D-FBA9-4CD7-8DC0-DEC6E72EA9FD}" type="presParOf" srcId="{1C45CE1A-D9D7-4522-BF75-1320BB566A8D}" destId="{DF274766-24E6-49D2-8946-C6FAE5AAD343}" srcOrd="0" destOrd="0" presId="urn:microsoft.com/office/officeart/2008/layout/LinedList"/>
    <dgm:cxn modelId="{D4571155-1D60-4534-B9A7-73ED69493ED1}" type="presParOf" srcId="{1C45CE1A-D9D7-4522-BF75-1320BB566A8D}" destId="{4063624E-6DF4-4E31-88A9-679D210F5BD7}" srcOrd="1" destOrd="0" presId="urn:microsoft.com/office/officeart/2008/layout/LinedList"/>
    <dgm:cxn modelId="{AC7B5529-E8B3-4360-B84A-E731B0622D76}" type="presParOf" srcId="{D9A95F1C-8B79-46F3-8572-9778F6DB5BA9}" destId="{5468BC8E-8DED-4C79-AC9D-24617E9510D2}" srcOrd="8" destOrd="0" presId="urn:microsoft.com/office/officeart/2008/layout/LinedList"/>
    <dgm:cxn modelId="{91AFA2D5-753A-4F5A-9612-6DEBE157505B}" type="presParOf" srcId="{D9A95F1C-8B79-46F3-8572-9778F6DB5BA9}" destId="{B4DD91FD-A0DB-4846-A0FC-B8902F79155D}" srcOrd="9" destOrd="0" presId="urn:microsoft.com/office/officeart/2008/layout/LinedList"/>
    <dgm:cxn modelId="{8880B29C-0137-4D27-839B-4B259FD6178E}" type="presParOf" srcId="{B4DD91FD-A0DB-4846-A0FC-B8902F79155D}" destId="{A3BCF0D1-6C71-48D9-8AE1-5C7F48E02822}" srcOrd="0" destOrd="0" presId="urn:microsoft.com/office/officeart/2008/layout/LinedList"/>
    <dgm:cxn modelId="{F61E68CA-DE20-44F9-80EE-91DB10C6294A}" type="presParOf" srcId="{B4DD91FD-A0DB-4846-A0FC-B8902F79155D}" destId="{6F645B80-A72A-4EEB-8914-087E078A9DD4}" srcOrd="1" destOrd="0" presId="urn:microsoft.com/office/officeart/2008/layout/LinedList"/>
    <dgm:cxn modelId="{B1DA1446-1A0E-4BB9-9457-F94485E8D0CF}" type="presParOf" srcId="{D9A95F1C-8B79-46F3-8572-9778F6DB5BA9}" destId="{C9C1AF24-020A-4407-8FDE-81192A3FDF79}" srcOrd="10" destOrd="0" presId="urn:microsoft.com/office/officeart/2008/layout/LinedList"/>
    <dgm:cxn modelId="{A6A77A02-C936-4B3C-BDFE-DEF10A15132D}" type="presParOf" srcId="{D9A95F1C-8B79-46F3-8572-9778F6DB5BA9}" destId="{748D6DAC-E675-4673-94C7-81A6080598C8}" srcOrd="11" destOrd="0" presId="urn:microsoft.com/office/officeart/2008/layout/LinedList"/>
    <dgm:cxn modelId="{D8584FD5-A7C7-4212-9B2B-51D712C8F455}" type="presParOf" srcId="{748D6DAC-E675-4673-94C7-81A6080598C8}" destId="{9B7968D7-935F-45F2-873D-74E156831B3B}" srcOrd="0" destOrd="0" presId="urn:microsoft.com/office/officeart/2008/layout/LinedList"/>
    <dgm:cxn modelId="{5F032F71-BB5A-4956-B464-AB389297C33A}" type="presParOf" srcId="{748D6DAC-E675-4673-94C7-81A6080598C8}" destId="{84613117-A926-4009-AB53-9D6EB6D508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53330-C92E-4E5F-BDEA-E3E0E28594FA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DA689-19BF-4E66-B817-964A1C4D4D44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Routing Protocol Messages</a:t>
          </a:r>
          <a:endParaRPr lang="en-US" sz="2300" kern="1200"/>
        </a:p>
      </dsp:txBody>
      <dsp:txXfrm>
        <a:off x="90151" y="2602589"/>
        <a:ext cx="2402775" cy="720000"/>
      </dsp:txXfrm>
    </dsp:sp>
    <dsp:sp modelId="{FD479923-E801-47E2-8A0B-919B756FCB40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D3488-E835-4571-8060-CF180BD03645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Data Structures</a:t>
          </a:r>
          <a:endParaRPr lang="en-US" sz="2300" kern="1200"/>
        </a:p>
      </dsp:txBody>
      <dsp:txXfrm>
        <a:off x="2913412" y="2602589"/>
        <a:ext cx="2402775" cy="720000"/>
      </dsp:txXfrm>
    </dsp:sp>
    <dsp:sp modelId="{47EC2D8C-172D-4C1D-8108-78D14FA34F13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DC230-6893-45E2-9519-5C2800A95EB2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Algorithm</a:t>
          </a:r>
          <a:endParaRPr lang="en-US" sz="2300" kern="1200"/>
        </a:p>
      </dsp:txBody>
      <dsp:txXfrm>
        <a:off x="5736673" y="2602589"/>
        <a:ext cx="2402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34A04-3BB4-439A-8973-7493C4B40609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The CPU processes the neighbour and topology tables using SPF algorithm.</a:t>
          </a:r>
          <a:endParaRPr lang="en-US" sz="3100" kern="1200"/>
        </a:p>
      </dsp:txBody>
      <dsp:txXfrm>
        <a:off x="83216" y="163860"/>
        <a:ext cx="4833692" cy="1538258"/>
      </dsp:txXfrm>
    </dsp:sp>
    <dsp:sp modelId="{463D61B7-875D-491C-B3C6-2199F0EB5995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The SPF algorithm is based on the </a:t>
          </a:r>
          <a:r>
            <a:rPr lang="en-GB" sz="3100" u="sng" kern="1200"/>
            <a:t>cumulative cost </a:t>
          </a:r>
          <a:r>
            <a:rPr lang="en-GB" sz="3100" kern="1200"/>
            <a:t>to reach a destination.</a:t>
          </a:r>
          <a:endParaRPr lang="en-US" sz="3100" kern="1200"/>
        </a:p>
      </dsp:txBody>
      <dsp:txXfrm>
        <a:off x="83216" y="1957830"/>
        <a:ext cx="4833692" cy="1538258"/>
      </dsp:txXfrm>
    </dsp:sp>
    <dsp:sp modelId="{24445014-24DE-4447-82EB-E086D1F81CFC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Metric =Cost</a:t>
          </a:r>
          <a:endParaRPr lang="en-US" sz="3100" kern="1200"/>
        </a:p>
      </dsp:txBody>
      <dsp:txXfrm>
        <a:off x="83216" y="3751801"/>
        <a:ext cx="4833692" cy="1538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42AC6-BB3D-480F-8E68-7880140ABB25}">
      <dsp:nvSpPr>
        <dsp:cNvPr id="0" name=""/>
        <dsp:cNvSpPr/>
      </dsp:nvSpPr>
      <dsp:spPr>
        <a:xfrm>
          <a:off x="0" y="88520"/>
          <a:ext cx="5000124" cy="1712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The SPF algorithm creates a SPF tree by placing each router at the root/top of the tree and calculating the shortest path to each node. </a:t>
          </a:r>
          <a:endParaRPr lang="en-US" sz="2400" kern="1200"/>
        </a:p>
      </dsp:txBody>
      <dsp:txXfrm>
        <a:off x="83616" y="172136"/>
        <a:ext cx="4832892" cy="1545648"/>
      </dsp:txXfrm>
    </dsp:sp>
    <dsp:sp modelId="{9F83A635-B9F9-4E53-9689-91A89CFEF70E}">
      <dsp:nvSpPr>
        <dsp:cNvPr id="0" name=""/>
        <dsp:cNvSpPr/>
      </dsp:nvSpPr>
      <dsp:spPr>
        <a:xfrm>
          <a:off x="0" y="1870520"/>
          <a:ext cx="5000124" cy="171288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The SPF tree is then used to calculate the best routes. </a:t>
          </a:r>
          <a:endParaRPr lang="en-US" sz="2400" kern="1200"/>
        </a:p>
      </dsp:txBody>
      <dsp:txXfrm>
        <a:off x="83616" y="1954136"/>
        <a:ext cx="4832892" cy="1545648"/>
      </dsp:txXfrm>
    </dsp:sp>
    <dsp:sp modelId="{E1CCF5E2-8642-4041-9444-509578944F19}">
      <dsp:nvSpPr>
        <dsp:cNvPr id="0" name=""/>
        <dsp:cNvSpPr/>
      </dsp:nvSpPr>
      <dsp:spPr>
        <a:xfrm>
          <a:off x="0" y="3652520"/>
          <a:ext cx="5000124" cy="17128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OSPF places the </a:t>
          </a:r>
          <a:r>
            <a:rPr lang="en-GB" sz="2400" u="sng" kern="1200"/>
            <a:t>best routes </a:t>
          </a:r>
          <a:r>
            <a:rPr lang="en-GB" sz="2400" kern="1200"/>
            <a:t>into the forwarding database, which is used to make the routing table.</a:t>
          </a:r>
          <a:endParaRPr lang="en-US" sz="2400" kern="1200"/>
        </a:p>
      </dsp:txBody>
      <dsp:txXfrm>
        <a:off x="83616" y="3736136"/>
        <a:ext cx="4832892" cy="1545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2CA85-DE57-44E1-A20C-A0144E3D89D6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BA357D-C92E-4C7C-AD98-5518634E99E7}">
      <dsp:nvSpPr>
        <dsp:cNvPr id="0" name=""/>
        <dsp:cNvSpPr/>
      </dsp:nvSpPr>
      <dsp:spPr>
        <a:xfrm>
          <a:off x="0" y="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/>
            <a:t>To maintain routing information, </a:t>
          </a:r>
          <a:endParaRPr lang="en-US" sz="3500" kern="1200"/>
        </a:p>
      </dsp:txBody>
      <dsp:txXfrm>
        <a:off x="0" y="0"/>
        <a:ext cx="5000124" cy="2726960"/>
      </dsp:txXfrm>
    </dsp:sp>
    <dsp:sp modelId="{691C94B0-00A0-4E9F-B34F-B0B5054800BA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2AA9B9-7116-4396-A583-EDA46F9F45B0}">
      <dsp:nvSpPr>
        <dsp:cNvPr id="0" name=""/>
        <dsp:cNvSpPr/>
      </dsp:nvSpPr>
      <dsp:spPr>
        <a:xfrm>
          <a:off x="0" y="272696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500" kern="1200"/>
            <a:t>OSPF routers complete the following generic link-state routing process to reach a state of </a:t>
          </a:r>
          <a:r>
            <a:rPr lang="en-IE" sz="3500" b="1" u="sng" kern="1200"/>
            <a:t>convergence….</a:t>
          </a:r>
          <a:r>
            <a:rPr lang="en-IE" sz="3500" u="sng" kern="1200"/>
            <a:t>next slide</a:t>
          </a:r>
          <a:endParaRPr lang="en-US" sz="3500" kern="1200"/>
        </a:p>
      </dsp:txBody>
      <dsp:txXfrm>
        <a:off x="0" y="2726960"/>
        <a:ext cx="5000124" cy="27269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92D57-5F47-4E4E-8A7D-B9A9AB9695CA}">
      <dsp:nvSpPr>
        <dsp:cNvPr id="0" name=""/>
        <dsp:cNvSpPr/>
      </dsp:nvSpPr>
      <dsp:spPr>
        <a:xfrm>
          <a:off x="0" y="4473396"/>
          <a:ext cx="1250031" cy="9786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Execute</a:t>
          </a:r>
        </a:p>
      </dsp:txBody>
      <dsp:txXfrm>
        <a:off x="0" y="4473396"/>
        <a:ext cx="1250031" cy="978669"/>
      </dsp:txXfrm>
    </dsp:sp>
    <dsp:sp modelId="{1E3F6E9B-69E7-47FE-B4A6-285D438F61AC}">
      <dsp:nvSpPr>
        <dsp:cNvPr id="0" name=""/>
        <dsp:cNvSpPr/>
      </dsp:nvSpPr>
      <dsp:spPr>
        <a:xfrm>
          <a:off x="1250031" y="4473396"/>
          <a:ext cx="3750093" cy="97866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41300" rIns="7607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Execute the SPF Algorithm</a:t>
          </a:r>
        </a:p>
      </dsp:txBody>
      <dsp:txXfrm>
        <a:off x="1250031" y="4473396"/>
        <a:ext cx="3750093" cy="978669"/>
      </dsp:txXfrm>
    </dsp:sp>
    <dsp:sp modelId="{1238FD66-2E24-42FD-89B0-751E0041D6D4}">
      <dsp:nvSpPr>
        <dsp:cNvPr id="0" name=""/>
        <dsp:cNvSpPr/>
      </dsp:nvSpPr>
      <dsp:spPr>
        <a:xfrm rot="10800000">
          <a:off x="0" y="2982882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</a:t>
          </a:r>
        </a:p>
      </dsp:txBody>
      <dsp:txXfrm rot="-10800000">
        <a:off x="0" y="2982882"/>
        <a:ext cx="1250031" cy="978376"/>
      </dsp:txXfrm>
    </dsp:sp>
    <dsp:sp modelId="{732D731C-8CA0-4557-BD12-B0B74A66288E}">
      <dsp:nvSpPr>
        <dsp:cNvPr id="0" name=""/>
        <dsp:cNvSpPr/>
      </dsp:nvSpPr>
      <dsp:spPr>
        <a:xfrm>
          <a:off x="1250031" y="2982882"/>
          <a:ext cx="3750093" cy="978376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41300" rIns="7607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the Topology Table</a:t>
          </a:r>
        </a:p>
      </dsp:txBody>
      <dsp:txXfrm>
        <a:off x="1250031" y="2982882"/>
        <a:ext cx="3750093" cy="978376"/>
      </dsp:txXfrm>
    </dsp:sp>
    <dsp:sp modelId="{319A6FD7-4E43-4826-9F68-791C00640181}">
      <dsp:nvSpPr>
        <dsp:cNvPr id="0" name=""/>
        <dsp:cNvSpPr/>
      </dsp:nvSpPr>
      <dsp:spPr>
        <a:xfrm rot="10800000">
          <a:off x="0" y="1492368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Exchange</a:t>
          </a:r>
        </a:p>
      </dsp:txBody>
      <dsp:txXfrm rot="-10800000">
        <a:off x="0" y="1492368"/>
        <a:ext cx="1250031" cy="978376"/>
      </dsp:txXfrm>
    </dsp:sp>
    <dsp:sp modelId="{49BE7C3C-19CE-4B00-AD44-958F806CC0C4}">
      <dsp:nvSpPr>
        <dsp:cNvPr id="0" name=""/>
        <dsp:cNvSpPr/>
      </dsp:nvSpPr>
      <dsp:spPr>
        <a:xfrm>
          <a:off x="1250031" y="1492368"/>
          <a:ext cx="3750093" cy="978376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41300" rIns="7607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Exchange Link-State Advertisements </a:t>
          </a:r>
        </a:p>
      </dsp:txBody>
      <dsp:txXfrm>
        <a:off x="1250031" y="1492368"/>
        <a:ext cx="3750093" cy="978376"/>
      </dsp:txXfrm>
    </dsp:sp>
    <dsp:sp modelId="{CFBCC07C-9A63-476B-B0BB-43CCE86BCA4B}">
      <dsp:nvSpPr>
        <dsp:cNvPr id="0" name=""/>
        <dsp:cNvSpPr/>
      </dsp:nvSpPr>
      <dsp:spPr>
        <a:xfrm rot="10800000">
          <a:off x="0" y="1854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Establish</a:t>
          </a:r>
        </a:p>
      </dsp:txBody>
      <dsp:txXfrm rot="-10800000">
        <a:off x="0" y="1854"/>
        <a:ext cx="1250031" cy="978376"/>
      </dsp:txXfrm>
    </dsp:sp>
    <dsp:sp modelId="{228F1805-3ED7-4C82-9100-21092712D23E}">
      <dsp:nvSpPr>
        <dsp:cNvPr id="0" name=""/>
        <dsp:cNvSpPr/>
      </dsp:nvSpPr>
      <dsp:spPr>
        <a:xfrm>
          <a:off x="1250031" y="1854"/>
          <a:ext cx="3750093" cy="978376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41300" rIns="7607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Establish Neighbour Adjacencies  </a:t>
          </a:r>
        </a:p>
      </dsp:txBody>
      <dsp:txXfrm>
        <a:off x="1250031" y="1854"/>
        <a:ext cx="3750093" cy="978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2E609-FA0B-4AD3-ABF6-BD745868AC68}">
      <dsp:nvSpPr>
        <dsp:cNvPr id="0" name=""/>
        <dsp:cNvSpPr/>
      </dsp:nvSpPr>
      <dsp:spPr>
        <a:xfrm>
          <a:off x="0" y="121426"/>
          <a:ext cx="5000124" cy="169094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OSPF-enabled routers must recognise each other on the network before they can share information.</a:t>
          </a:r>
          <a:endParaRPr lang="en-US" sz="2400" kern="1200"/>
        </a:p>
      </dsp:txBody>
      <dsp:txXfrm>
        <a:off x="82545" y="203971"/>
        <a:ext cx="4835034" cy="1525852"/>
      </dsp:txXfrm>
    </dsp:sp>
    <dsp:sp modelId="{E12D4566-5DC7-44A0-9C77-D68A591C2D01}">
      <dsp:nvSpPr>
        <dsp:cNvPr id="0" name=""/>
        <dsp:cNvSpPr/>
      </dsp:nvSpPr>
      <dsp:spPr>
        <a:xfrm>
          <a:off x="0" y="1881488"/>
          <a:ext cx="5000124" cy="1690942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An OSPF-enabled router sends Hello packets out all OSPF-enabled interfaces to determine if neighbours are present on those links.</a:t>
          </a:r>
          <a:endParaRPr lang="en-US" sz="2400" kern="1200"/>
        </a:p>
      </dsp:txBody>
      <dsp:txXfrm>
        <a:off x="82545" y="1964033"/>
        <a:ext cx="4835034" cy="1525852"/>
      </dsp:txXfrm>
    </dsp:sp>
    <dsp:sp modelId="{8B100B1D-5C78-456A-A5FB-1089D076AA98}">
      <dsp:nvSpPr>
        <dsp:cNvPr id="0" name=""/>
        <dsp:cNvSpPr/>
      </dsp:nvSpPr>
      <dsp:spPr>
        <a:xfrm>
          <a:off x="0" y="3641551"/>
          <a:ext cx="5000124" cy="1690942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If a neighbour is present, the OSPF-enabled router attempts to establish a </a:t>
          </a:r>
          <a:r>
            <a:rPr lang="en-IE" sz="2400" u="sng" kern="1200"/>
            <a:t>neighbour adjacency </a:t>
          </a:r>
          <a:r>
            <a:rPr lang="en-IE" sz="2400" kern="1200"/>
            <a:t>with that neighbour.</a:t>
          </a:r>
          <a:endParaRPr lang="en-US" sz="2400" kern="1200"/>
        </a:p>
      </dsp:txBody>
      <dsp:txXfrm>
        <a:off x="82545" y="3724096"/>
        <a:ext cx="4835034" cy="15258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F3155-D7EB-4707-B6C6-F790A24B1640}">
      <dsp:nvSpPr>
        <dsp:cNvPr id="0" name=""/>
        <dsp:cNvSpPr/>
      </dsp:nvSpPr>
      <dsp:spPr>
        <a:xfrm>
          <a:off x="0" y="98307"/>
          <a:ext cx="5000124" cy="127544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u="sng" kern="1200"/>
            <a:t>After</a:t>
          </a:r>
          <a:r>
            <a:rPr lang="en-IE" sz="1800" kern="1200"/>
            <a:t> adjacencies are established, routers then exchange link-state advertisements (LSAs). </a:t>
          </a:r>
          <a:endParaRPr lang="en-US" sz="1800" kern="1200"/>
        </a:p>
      </dsp:txBody>
      <dsp:txXfrm>
        <a:off x="62262" y="160569"/>
        <a:ext cx="4875600" cy="1150922"/>
      </dsp:txXfrm>
    </dsp:sp>
    <dsp:sp modelId="{D7A19AD6-5ACB-4EFD-A0C2-EE83F4C72AC2}">
      <dsp:nvSpPr>
        <dsp:cNvPr id="0" name=""/>
        <dsp:cNvSpPr/>
      </dsp:nvSpPr>
      <dsp:spPr>
        <a:xfrm>
          <a:off x="0" y="1425593"/>
          <a:ext cx="5000124" cy="1275446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LSAs contain the state and cost of each directly connected link.</a:t>
          </a:r>
          <a:endParaRPr lang="en-US" sz="1800" kern="1200"/>
        </a:p>
      </dsp:txBody>
      <dsp:txXfrm>
        <a:off x="62262" y="1487855"/>
        <a:ext cx="4875600" cy="1150922"/>
      </dsp:txXfrm>
    </dsp:sp>
    <dsp:sp modelId="{5B652F93-B763-4C61-87DB-1CE83C1426E9}">
      <dsp:nvSpPr>
        <dsp:cNvPr id="0" name=""/>
        <dsp:cNvSpPr/>
      </dsp:nvSpPr>
      <dsp:spPr>
        <a:xfrm>
          <a:off x="0" y="2752880"/>
          <a:ext cx="5000124" cy="1275446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Routers flood their LSAs to adjacent neighbours. </a:t>
          </a:r>
          <a:endParaRPr lang="en-US" sz="1800" kern="1200"/>
        </a:p>
      </dsp:txBody>
      <dsp:txXfrm>
        <a:off x="62262" y="2815142"/>
        <a:ext cx="4875600" cy="1150922"/>
      </dsp:txXfrm>
    </dsp:sp>
    <dsp:sp modelId="{002C3B5E-1C60-4B0A-8443-6ED4F58BB4EA}">
      <dsp:nvSpPr>
        <dsp:cNvPr id="0" name=""/>
        <dsp:cNvSpPr/>
      </dsp:nvSpPr>
      <dsp:spPr>
        <a:xfrm>
          <a:off x="0" y="4080166"/>
          <a:ext cx="5000124" cy="1275446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Adjacent neighbours receiving the LSA immediately flood the LSA to other directly connected neighbours, until all routers in the area have all LSAs. (converged).</a:t>
          </a:r>
          <a:endParaRPr lang="en-US" sz="1800" kern="1200"/>
        </a:p>
      </dsp:txBody>
      <dsp:txXfrm>
        <a:off x="62262" y="4142428"/>
        <a:ext cx="4875600" cy="11509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91E44-4BBD-4775-B3A6-93ECDBBC8FAC}">
      <dsp:nvSpPr>
        <dsp:cNvPr id="0" name=""/>
        <dsp:cNvSpPr/>
      </dsp:nvSpPr>
      <dsp:spPr>
        <a:xfrm>
          <a:off x="0" y="6184"/>
          <a:ext cx="4358346" cy="261500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After LSAs are received, OSPF-enabled routers build the topology table (LSDB) based on the received LSAs. </a:t>
          </a:r>
          <a:endParaRPr lang="en-US" sz="3300" kern="1200"/>
        </a:p>
      </dsp:txBody>
      <dsp:txXfrm>
        <a:off x="0" y="6184"/>
        <a:ext cx="4358346" cy="2615007"/>
      </dsp:txXfrm>
    </dsp:sp>
    <dsp:sp modelId="{3A128B38-5E8F-4205-9FF0-68AB7ADC07C0}">
      <dsp:nvSpPr>
        <dsp:cNvPr id="0" name=""/>
        <dsp:cNvSpPr/>
      </dsp:nvSpPr>
      <dsp:spPr>
        <a:xfrm>
          <a:off x="0" y="3057026"/>
          <a:ext cx="4358346" cy="261500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This database eventually holds all the information about the topology of the network.</a:t>
          </a:r>
          <a:endParaRPr lang="en-US" sz="3300" kern="1200"/>
        </a:p>
      </dsp:txBody>
      <dsp:txXfrm>
        <a:off x="0" y="3057026"/>
        <a:ext cx="4358346" cy="26150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98397-D81A-42FB-8F91-08702CA3BA49}">
      <dsp:nvSpPr>
        <dsp:cNvPr id="0" name=""/>
        <dsp:cNvSpPr/>
      </dsp:nvSpPr>
      <dsp:spPr>
        <a:xfrm>
          <a:off x="0" y="469049"/>
          <a:ext cx="4358346" cy="2309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Routers then execute the SPF algorithm. </a:t>
          </a:r>
          <a:endParaRPr lang="en-US" sz="4200" kern="1200"/>
        </a:p>
      </dsp:txBody>
      <dsp:txXfrm>
        <a:off x="112744" y="581793"/>
        <a:ext cx="4132858" cy="2084091"/>
      </dsp:txXfrm>
    </dsp:sp>
    <dsp:sp modelId="{1ED3EE59-2A38-4754-B9A8-226439E8481C}">
      <dsp:nvSpPr>
        <dsp:cNvPr id="0" name=""/>
        <dsp:cNvSpPr/>
      </dsp:nvSpPr>
      <dsp:spPr>
        <a:xfrm>
          <a:off x="0" y="2899589"/>
          <a:ext cx="4358346" cy="23095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200" kern="1200"/>
            <a:t>The SPF algorithm creates the SPF tree.</a:t>
          </a:r>
          <a:endParaRPr lang="en-US" sz="4200" kern="1200"/>
        </a:p>
      </dsp:txBody>
      <dsp:txXfrm>
        <a:off x="112744" y="3012333"/>
        <a:ext cx="4132858" cy="20840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74F7A-3B02-4EC3-8D68-2DC11DC1F6A1}">
      <dsp:nvSpPr>
        <dsp:cNvPr id="0" name=""/>
        <dsp:cNvSpPr/>
      </dsp:nvSpPr>
      <dsp:spPr>
        <a:xfrm>
          <a:off x="0" y="72329"/>
          <a:ext cx="4358346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800" kern="1200"/>
            <a:t>From the SPF tree, the best paths are inserted into the routing table. </a:t>
          </a:r>
          <a:endParaRPr lang="en-US" sz="3800" kern="1200"/>
        </a:p>
      </dsp:txBody>
      <dsp:txXfrm>
        <a:off x="132392" y="204721"/>
        <a:ext cx="4093562" cy="2447275"/>
      </dsp:txXfrm>
    </dsp:sp>
    <dsp:sp modelId="{669B31A9-39CF-4F62-B13C-EA168043D117}">
      <dsp:nvSpPr>
        <dsp:cNvPr id="0" name=""/>
        <dsp:cNvSpPr/>
      </dsp:nvSpPr>
      <dsp:spPr>
        <a:xfrm>
          <a:off x="0" y="2893829"/>
          <a:ext cx="4358346" cy="27120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800" kern="1200"/>
            <a:t>Routing decisions are made based on the entries in the routing table.</a:t>
          </a:r>
          <a:endParaRPr lang="en-US" sz="3800" kern="1200"/>
        </a:p>
      </dsp:txBody>
      <dsp:txXfrm>
        <a:off x="132392" y="3026221"/>
        <a:ext cx="4093562" cy="244727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18F45-4F56-4949-B30A-9CE5CF5E9E6C}">
      <dsp:nvSpPr>
        <dsp:cNvPr id="0" name=""/>
        <dsp:cNvSpPr/>
      </dsp:nvSpPr>
      <dsp:spPr>
        <a:xfrm>
          <a:off x="0" y="95909"/>
          <a:ext cx="4358346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To make OSPF more efficient and scalable, OSPF supports </a:t>
          </a:r>
          <a:r>
            <a:rPr lang="en-GB" sz="2400" u="sng" kern="1200"/>
            <a:t>hierarchical routing</a:t>
          </a:r>
          <a:r>
            <a:rPr lang="en-GB" sz="2400" kern="1200"/>
            <a:t> using areas.</a:t>
          </a:r>
          <a:endParaRPr lang="en-US" sz="2400" kern="1200"/>
        </a:p>
      </dsp:txBody>
      <dsp:txXfrm>
        <a:off x="64425" y="160334"/>
        <a:ext cx="4229496" cy="1190909"/>
      </dsp:txXfrm>
    </dsp:sp>
    <dsp:sp modelId="{7B17FFE1-6E45-45EA-884F-BEF726EB077C}">
      <dsp:nvSpPr>
        <dsp:cNvPr id="0" name=""/>
        <dsp:cNvSpPr/>
      </dsp:nvSpPr>
      <dsp:spPr>
        <a:xfrm>
          <a:off x="0" y="1484789"/>
          <a:ext cx="4358346" cy="13197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An OSPF area is a group of routers that share the same link-state information in their LSDBs.</a:t>
          </a:r>
          <a:endParaRPr lang="en-US" sz="2400" kern="1200"/>
        </a:p>
      </dsp:txBody>
      <dsp:txXfrm>
        <a:off x="64425" y="1549214"/>
        <a:ext cx="4229496" cy="1190909"/>
      </dsp:txXfrm>
    </dsp:sp>
    <dsp:sp modelId="{CAC6259E-1129-452D-B055-1029EFFB3614}">
      <dsp:nvSpPr>
        <dsp:cNvPr id="0" name=""/>
        <dsp:cNvSpPr/>
      </dsp:nvSpPr>
      <dsp:spPr>
        <a:xfrm>
          <a:off x="0" y="2873669"/>
          <a:ext cx="4358346" cy="13197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LSDB = Link State Data Base</a:t>
          </a:r>
          <a:endParaRPr lang="en-US" sz="2400" kern="1200"/>
        </a:p>
      </dsp:txBody>
      <dsp:txXfrm>
        <a:off x="64425" y="2938094"/>
        <a:ext cx="4229496" cy="1190909"/>
      </dsp:txXfrm>
    </dsp:sp>
    <dsp:sp modelId="{F806D608-CA1D-4122-AE6D-3CA425846DD7}">
      <dsp:nvSpPr>
        <dsp:cNvPr id="0" name=""/>
        <dsp:cNvSpPr/>
      </dsp:nvSpPr>
      <dsp:spPr>
        <a:xfrm>
          <a:off x="0" y="4262549"/>
          <a:ext cx="4358346" cy="1319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LSDB = Creates the topology table</a:t>
          </a:r>
          <a:endParaRPr lang="en-US" sz="2400" kern="1200"/>
        </a:p>
      </dsp:txBody>
      <dsp:txXfrm>
        <a:off x="64425" y="4326974"/>
        <a:ext cx="4229496" cy="119090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17272-B047-4E37-8AE0-C5F080BDF98B}">
      <dsp:nvSpPr>
        <dsp:cNvPr id="0" name=""/>
        <dsp:cNvSpPr/>
      </dsp:nvSpPr>
      <dsp:spPr>
        <a:xfrm>
          <a:off x="0" y="72489"/>
          <a:ext cx="4358346" cy="10628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OSPF can be implemented in one of two ways:</a:t>
          </a:r>
          <a:endParaRPr lang="en-US" sz="1900" kern="1200"/>
        </a:p>
      </dsp:txBody>
      <dsp:txXfrm>
        <a:off x="51885" y="124374"/>
        <a:ext cx="4254576" cy="959101"/>
      </dsp:txXfrm>
    </dsp:sp>
    <dsp:sp modelId="{1EFF94BE-660B-4CC8-9119-D74D23A19533}">
      <dsp:nvSpPr>
        <dsp:cNvPr id="0" name=""/>
        <dsp:cNvSpPr/>
      </dsp:nvSpPr>
      <dsp:spPr>
        <a:xfrm>
          <a:off x="0" y="1190081"/>
          <a:ext cx="4358346" cy="1062871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Single-Area OSPF </a:t>
          </a:r>
          <a:r>
            <a:rPr lang="en-GB" sz="1900" kern="1200"/>
            <a:t>-  all routers are in one area called the backbone area (area 0).</a:t>
          </a:r>
          <a:endParaRPr lang="en-US" sz="1900" kern="1200"/>
        </a:p>
      </dsp:txBody>
      <dsp:txXfrm>
        <a:off x="51885" y="1241966"/>
        <a:ext cx="4254576" cy="959101"/>
      </dsp:txXfrm>
    </dsp:sp>
    <dsp:sp modelId="{BD2BEB96-7747-4D20-8927-8A3F6C2803B2}">
      <dsp:nvSpPr>
        <dsp:cNvPr id="0" name=""/>
        <dsp:cNvSpPr/>
      </dsp:nvSpPr>
      <dsp:spPr>
        <a:xfrm>
          <a:off x="0" y="2307673"/>
          <a:ext cx="4358346" cy="1062871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Multi-area OSPF </a:t>
          </a:r>
          <a:r>
            <a:rPr lang="en-GB" sz="1900" kern="1200"/>
            <a:t>- OSPF is implemented using multiple areas, in a hierarchal fashion. </a:t>
          </a:r>
          <a:endParaRPr lang="en-US" sz="1900" kern="1200"/>
        </a:p>
      </dsp:txBody>
      <dsp:txXfrm>
        <a:off x="51885" y="2359558"/>
        <a:ext cx="4254576" cy="959101"/>
      </dsp:txXfrm>
    </dsp:sp>
    <dsp:sp modelId="{7930E923-AF68-4E76-B969-91AE76D26BAE}">
      <dsp:nvSpPr>
        <dsp:cNvPr id="0" name=""/>
        <dsp:cNvSpPr/>
      </dsp:nvSpPr>
      <dsp:spPr>
        <a:xfrm>
          <a:off x="0" y="3425265"/>
          <a:ext cx="4358346" cy="1062871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All areas must connect to the backbone area (area 0). </a:t>
          </a:r>
          <a:endParaRPr lang="en-US" sz="1900" kern="1200"/>
        </a:p>
      </dsp:txBody>
      <dsp:txXfrm>
        <a:off x="51885" y="3477150"/>
        <a:ext cx="4254576" cy="959101"/>
      </dsp:txXfrm>
    </dsp:sp>
    <dsp:sp modelId="{92E4E828-76BC-43DF-8AFD-737E9FB4CAF4}">
      <dsp:nvSpPr>
        <dsp:cNvPr id="0" name=""/>
        <dsp:cNvSpPr/>
      </dsp:nvSpPr>
      <dsp:spPr>
        <a:xfrm>
          <a:off x="0" y="4542857"/>
          <a:ext cx="4358346" cy="106287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Routers interconnecting the areas are referred to as Area Border Routers (ABR).</a:t>
          </a:r>
          <a:endParaRPr lang="en-US" sz="1900" kern="1200"/>
        </a:p>
      </dsp:txBody>
      <dsp:txXfrm>
        <a:off x="51885" y="4594742"/>
        <a:ext cx="4254576" cy="95910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BAE31-D436-4FC4-9061-F1371AB86BB8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85868-34A7-43BA-9CF3-AA335030F02C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 hierarchical-topology of multi-area OSPF have these advantages:</a:t>
          </a:r>
          <a:endParaRPr lang="en-US" sz="2600" kern="1200"/>
        </a:p>
      </dsp:txBody>
      <dsp:txXfrm>
        <a:off x="0" y="2772"/>
        <a:ext cx="4358346" cy="1890891"/>
      </dsp:txXfrm>
    </dsp:sp>
    <dsp:sp modelId="{D977E47F-883B-4FAC-BB04-2786E463FC46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11DAE-1F9B-4315-B22C-301B25B1B810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Smaller routing tables </a:t>
          </a:r>
          <a:r>
            <a:rPr lang="en-GB" sz="2600" kern="1200"/>
            <a:t>- Fewer routing table entries because network addresses can be summarized between areas. </a:t>
          </a:r>
          <a:endParaRPr lang="en-US" sz="2600" kern="1200"/>
        </a:p>
      </dsp:txBody>
      <dsp:txXfrm>
        <a:off x="0" y="1893663"/>
        <a:ext cx="4358346" cy="1890891"/>
      </dsp:txXfrm>
    </dsp:sp>
    <dsp:sp modelId="{1B0454EE-93B9-4D32-9C2D-350CD510E8B5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D03EB-01AB-449C-820E-41C334377DAE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Route summarization is not enabled by default.</a:t>
          </a:r>
          <a:endParaRPr lang="en-US" sz="2600" kern="1200"/>
        </a:p>
      </dsp:txBody>
      <dsp:txXfrm>
        <a:off x="0" y="3784555"/>
        <a:ext cx="4358346" cy="189089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6E3E2A-62D3-4BE7-8961-0064C98A53E0}">
      <dsp:nvSpPr>
        <dsp:cNvPr id="0" name=""/>
        <dsp:cNvSpPr/>
      </dsp:nvSpPr>
      <dsp:spPr>
        <a:xfrm>
          <a:off x="0" y="90734"/>
          <a:ext cx="4358346" cy="1784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Reduced link-state update overhead</a:t>
          </a:r>
          <a:r>
            <a:rPr lang="en-GB" sz="2500" kern="1200"/>
            <a:t>- Minimizes processing and memory requirements.</a:t>
          </a:r>
          <a:endParaRPr lang="en-US" sz="2500" kern="1200"/>
        </a:p>
      </dsp:txBody>
      <dsp:txXfrm>
        <a:off x="87100" y="177834"/>
        <a:ext cx="4184146" cy="1610050"/>
      </dsp:txXfrm>
    </dsp:sp>
    <dsp:sp modelId="{C8DC56FA-BEE5-4C33-AAD2-AB82D5380F59}">
      <dsp:nvSpPr>
        <dsp:cNvPr id="0" name=""/>
        <dsp:cNvSpPr/>
      </dsp:nvSpPr>
      <dsp:spPr>
        <a:xfrm>
          <a:off x="0" y="1946984"/>
          <a:ext cx="4358346" cy="178425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Reduced frequency of SPF calculations </a:t>
          </a:r>
          <a:r>
            <a:rPr lang="en-GB" sz="2500" kern="1200"/>
            <a:t>- Localizes the impact of a topology change within an area. </a:t>
          </a:r>
          <a:endParaRPr lang="en-US" sz="2500" kern="1200"/>
        </a:p>
      </dsp:txBody>
      <dsp:txXfrm>
        <a:off x="87100" y="2034084"/>
        <a:ext cx="4184146" cy="1610050"/>
      </dsp:txXfrm>
    </dsp:sp>
    <dsp:sp modelId="{FBA82D66-9BB3-42C6-92B9-A981A0F12D4F}">
      <dsp:nvSpPr>
        <dsp:cNvPr id="0" name=""/>
        <dsp:cNvSpPr/>
      </dsp:nvSpPr>
      <dsp:spPr>
        <a:xfrm>
          <a:off x="0" y="3803234"/>
          <a:ext cx="4358346" cy="178425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For instance, it minimizes routing update impact because LSA flooding stops at the area boundary.</a:t>
          </a:r>
          <a:endParaRPr lang="en-US" sz="2500" kern="1200"/>
        </a:p>
      </dsp:txBody>
      <dsp:txXfrm>
        <a:off x="87100" y="3890334"/>
        <a:ext cx="4184146" cy="161005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03FD4-D99D-48C7-92C9-0FDE593E113C}">
      <dsp:nvSpPr>
        <dsp:cNvPr id="0" name=""/>
        <dsp:cNvSpPr/>
      </dsp:nvSpPr>
      <dsp:spPr>
        <a:xfrm>
          <a:off x="0" y="71069"/>
          <a:ext cx="4358346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The basic command syntax</a:t>
          </a:r>
          <a:endParaRPr lang="en-US" sz="3300" kern="1200"/>
        </a:p>
      </dsp:txBody>
      <dsp:txXfrm>
        <a:off x="64083" y="135152"/>
        <a:ext cx="4230180" cy="1184574"/>
      </dsp:txXfrm>
    </dsp:sp>
    <dsp:sp modelId="{6491273D-045A-4C15-9119-FEE3D925979E}">
      <dsp:nvSpPr>
        <dsp:cNvPr id="0" name=""/>
        <dsp:cNvSpPr/>
      </dsp:nvSpPr>
      <dsp:spPr>
        <a:xfrm>
          <a:off x="0" y="1478849"/>
          <a:ext cx="4358346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Network </a:t>
          </a:r>
          <a:r>
            <a:rPr lang="en-GB" sz="3300" i="1" kern="1200"/>
            <a:t>network-address</a:t>
          </a:r>
          <a:endParaRPr lang="en-US" sz="3300" kern="1200"/>
        </a:p>
      </dsp:txBody>
      <dsp:txXfrm>
        <a:off x="64083" y="1542932"/>
        <a:ext cx="4230180" cy="1184574"/>
      </dsp:txXfrm>
    </dsp:sp>
    <dsp:sp modelId="{0EECB029-00CF-4A07-B031-41CB1846AFC0}">
      <dsp:nvSpPr>
        <dsp:cNvPr id="0" name=""/>
        <dsp:cNvSpPr/>
      </dsp:nvSpPr>
      <dsp:spPr>
        <a:xfrm>
          <a:off x="0" y="2886629"/>
          <a:ext cx="4358346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i="1" kern="1200"/>
            <a:t>wildcard-mask</a:t>
          </a:r>
          <a:endParaRPr lang="en-US" sz="3300" kern="1200"/>
        </a:p>
      </dsp:txBody>
      <dsp:txXfrm>
        <a:off x="64083" y="2950712"/>
        <a:ext cx="4230180" cy="1184574"/>
      </dsp:txXfrm>
    </dsp:sp>
    <dsp:sp modelId="{D90E06FD-6B0C-4C4E-BF01-06D2F49082DE}">
      <dsp:nvSpPr>
        <dsp:cNvPr id="0" name=""/>
        <dsp:cNvSpPr/>
      </dsp:nvSpPr>
      <dsp:spPr>
        <a:xfrm>
          <a:off x="0" y="4294409"/>
          <a:ext cx="4358346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area </a:t>
          </a:r>
          <a:r>
            <a:rPr lang="en-GB" sz="3300" i="1" kern="1200"/>
            <a:t>area-id</a:t>
          </a:r>
          <a:r>
            <a:rPr lang="en-GB" sz="3300" kern="1200"/>
            <a:t>.</a:t>
          </a:r>
          <a:endParaRPr lang="en-US" sz="3300" kern="1200"/>
        </a:p>
      </dsp:txBody>
      <dsp:txXfrm>
        <a:off x="64083" y="4358492"/>
        <a:ext cx="4230180" cy="118457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DEE77-7509-46AC-B102-F1A9459495BE}">
      <dsp:nvSpPr>
        <dsp:cNvPr id="0" name=""/>
        <dsp:cNvSpPr/>
      </dsp:nvSpPr>
      <dsp:spPr>
        <a:xfrm>
          <a:off x="0" y="198509"/>
          <a:ext cx="4358346" cy="2597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Recall that a routing protocol uses a metric to determine the best path of a packet across a network.</a:t>
          </a:r>
          <a:endParaRPr lang="en-US" sz="3000" kern="1200"/>
        </a:p>
      </dsp:txBody>
      <dsp:txXfrm>
        <a:off x="126795" y="325304"/>
        <a:ext cx="4104756" cy="2343810"/>
      </dsp:txXfrm>
    </dsp:sp>
    <dsp:sp modelId="{D1A7ADBD-FD4B-4168-AB39-1D3DFB88CD2C}">
      <dsp:nvSpPr>
        <dsp:cNvPr id="0" name=""/>
        <dsp:cNvSpPr/>
      </dsp:nvSpPr>
      <dsp:spPr>
        <a:xfrm>
          <a:off x="0" y="2882309"/>
          <a:ext cx="4358346" cy="2597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A metric gives indication of the overhead that is required to send packets across a certain interface. </a:t>
          </a:r>
          <a:endParaRPr lang="en-US" sz="3000" kern="1200"/>
        </a:p>
      </dsp:txBody>
      <dsp:txXfrm>
        <a:off x="126795" y="3009104"/>
        <a:ext cx="4104756" cy="234381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AD2E3-F477-44CE-9B4F-96D397A8BA44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66026-02DD-4391-A618-9C5A03BC6B9A}">
      <dsp:nvSpPr>
        <dsp:cNvPr id="0" name=""/>
        <dsp:cNvSpPr/>
      </dsp:nvSpPr>
      <dsp:spPr>
        <a:xfrm>
          <a:off x="0" y="0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Therefore:</a:t>
          </a:r>
          <a:endParaRPr lang="en-US" sz="2600" kern="1200"/>
        </a:p>
      </dsp:txBody>
      <dsp:txXfrm>
        <a:off x="0" y="0"/>
        <a:ext cx="4358346" cy="1419554"/>
      </dsp:txXfrm>
    </dsp:sp>
    <dsp:sp modelId="{BD81DC2A-76A2-4781-98E1-893322A313E3}">
      <dsp:nvSpPr>
        <dsp:cNvPr id="0" name=""/>
        <dsp:cNvSpPr/>
      </dsp:nvSpPr>
      <dsp:spPr>
        <a:xfrm>
          <a:off x="0" y="141955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B5BF9-2587-4B64-848A-FDD10C722A93}">
      <dsp:nvSpPr>
        <dsp:cNvPr id="0" name=""/>
        <dsp:cNvSpPr/>
      </dsp:nvSpPr>
      <dsp:spPr>
        <a:xfrm>
          <a:off x="0" y="141955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u="sng" kern="1200"/>
            <a:t>a higher bandwidth indicates a lower cost.</a:t>
          </a:r>
          <a:endParaRPr lang="en-US" sz="2600" kern="1200"/>
        </a:p>
      </dsp:txBody>
      <dsp:txXfrm>
        <a:off x="0" y="1419554"/>
        <a:ext cx="4358346" cy="1419554"/>
      </dsp:txXfrm>
    </dsp:sp>
    <dsp:sp modelId="{44A9B7CB-4E90-4456-81B0-36FA8C058A59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EF78-7CDD-4BA0-88F1-CAA605AEB46F}">
      <dsp:nvSpPr>
        <dsp:cNvPr id="0" name=""/>
        <dsp:cNvSpPr/>
      </dsp:nvSpPr>
      <dsp:spPr>
        <a:xfrm>
          <a:off x="0" y="2839109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More overhead and time delays equal a higher cost. </a:t>
          </a:r>
          <a:endParaRPr lang="en-US" sz="2600" kern="1200"/>
        </a:p>
      </dsp:txBody>
      <dsp:txXfrm>
        <a:off x="0" y="2839109"/>
        <a:ext cx="4358346" cy="1419554"/>
      </dsp:txXfrm>
    </dsp:sp>
    <dsp:sp modelId="{5092ABFB-0019-42D2-B92D-F784C244F2B4}">
      <dsp:nvSpPr>
        <dsp:cNvPr id="0" name=""/>
        <dsp:cNvSpPr/>
      </dsp:nvSpPr>
      <dsp:spPr>
        <a:xfrm>
          <a:off x="0" y="425866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4D9BB-1767-4271-977A-7BE4FACBC960}">
      <dsp:nvSpPr>
        <dsp:cNvPr id="0" name=""/>
        <dsp:cNvSpPr/>
      </dsp:nvSpPr>
      <dsp:spPr>
        <a:xfrm>
          <a:off x="0" y="425866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Therefore, a 10-Mb/s Ethernet line has a higher cost than a 100-Mb/s Ethernet line.</a:t>
          </a:r>
          <a:endParaRPr lang="en-US" sz="2600" kern="1200"/>
        </a:p>
      </dsp:txBody>
      <dsp:txXfrm>
        <a:off x="0" y="4258664"/>
        <a:ext cx="4358346" cy="141955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64F99-EF76-4D96-A57C-4438303CD787}">
      <dsp:nvSpPr>
        <dsp:cNvPr id="0" name=""/>
        <dsp:cNvSpPr/>
      </dsp:nvSpPr>
      <dsp:spPr>
        <a:xfrm>
          <a:off x="0" y="16447"/>
          <a:ext cx="4358346" cy="1831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b="1" kern="1200"/>
            <a:t>Cost</a:t>
          </a:r>
          <a:r>
            <a:rPr lang="en-IE" sz="2600" kern="1200"/>
            <a:t> = </a:t>
          </a:r>
          <a:r>
            <a:rPr lang="en-IE" sz="2600" i="1" u="sng" kern="1200"/>
            <a:t>reference bandwidth</a:t>
          </a:r>
          <a:r>
            <a:rPr lang="en-IE" sz="2600" i="1" kern="1200"/>
            <a:t> </a:t>
          </a:r>
          <a:r>
            <a:rPr lang="en-IE" sz="2600" kern="1200"/>
            <a:t>/</a:t>
          </a:r>
          <a:r>
            <a:rPr lang="en-IE" sz="2600" i="1" u="sng" kern="1200"/>
            <a:t>interface bandwidth</a:t>
          </a:r>
          <a:endParaRPr lang="en-US" sz="2600" kern="1200"/>
        </a:p>
      </dsp:txBody>
      <dsp:txXfrm>
        <a:off x="89424" y="105871"/>
        <a:ext cx="4179498" cy="1653006"/>
      </dsp:txXfrm>
    </dsp:sp>
    <dsp:sp modelId="{E9A2CB18-8045-4608-B14A-EBBC24C01FAF}">
      <dsp:nvSpPr>
        <dsp:cNvPr id="0" name=""/>
        <dsp:cNvSpPr/>
      </dsp:nvSpPr>
      <dsp:spPr>
        <a:xfrm>
          <a:off x="0" y="1923182"/>
          <a:ext cx="4358346" cy="183185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The default reference bandwidth is 10^8 (100,000,000); therefore, the formula is:</a:t>
          </a:r>
          <a:endParaRPr lang="en-US" sz="2600" kern="1200"/>
        </a:p>
      </dsp:txBody>
      <dsp:txXfrm>
        <a:off x="89424" y="2012606"/>
        <a:ext cx="4179498" cy="1653006"/>
      </dsp:txXfrm>
    </dsp:sp>
    <dsp:sp modelId="{55D47979-02DC-4C4B-8310-6366E54A16DF}">
      <dsp:nvSpPr>
        <dsp:cNvPr id="0" name=""/>
        <dsp:cNvSpPr/>
      </dsp:nvSpPr>
      <dsp:spPr>
        <a:xfrm>
          <a:off x="0" y="3829916"/>
          <a:ext cx="4358346" cy="183185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b="1" kern="1200"/>
            <a:t>Cost</a:t>
          </a:r>
          <a:r>
            <a:rPr lang="en-IE" sz="2600" kern="1200"/>
            <a:t> = </a:t>
          </a:r>
          <a:r>
            <a:rPr lang="en-IE" sz="2600" u="sng" kern="1200"/>
            <a:t>100,000,000 bps</a:t>
          </a:r>
          <a:r>
            <a:rPr lang="en-IE" sz="2600" kern="1200"/>
            <a:t> / </a:t>
          </a:r>
          <a:r>
            <a:rPr lang="en-IE" sz="2600" i="1" u="sng" kern="1200"/>
            <a:t>interface bandwidth in bps</a:t>
          </a:r>
          <a:endParaRPr lang="en-US" sz="2600" kern="1200"/>
        </a:p>
      </dsp:txBody>
      <dsp:txXfrm>
        <a:off x="89424" y="3919340"/>
        <a:ext cx="4179498" cy="165300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747C7-84DE-4473-BF77-CF770CD5D48D}">
      <dsp:nvSpPr>
        <dsp:cNvPr id="0" name=""/>
        <dsp:cNvSpPr/>
      </dsp:nvSpPr>
      <dsp:spPr>
        <a:xfrm>
          <a:off x="0" y="493540"/>
          <a:ext cx="4358346" cy="1112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/>
            <a:t>Cost of 10 Mb/s</a:t>
          </a:r>
          <a:endParaRPr lang="en-US" sz="2800" kern="1200"/>
        </a:p>
      </dsp:txBody>
      <dsp:txXfrm>
        <a:off x="54298" y="547838"/>
        <a:ext cx="4249750" cy="1003708"/>
      </dsp:txXfrm>
    </dsp:sp>
    <dsp:sp modelId="{FA913624-2270-4AD8-B357-77C0D9154B75}">
      <dsp:nvSpPr>
        <dsp:cNvPr id="0" name=""/>
        <dsp:cNvSpPr/>
      </dsp:nvSpPr>
      <dsp:spPr>
        <a:xfrm>
          <a:off x="0" y="1686485"/>
          <a:ext cx="4358346" cy="111230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/>
            <a:t>=100,000,000/10,000,000 =10</a:t>
          </a:r>
          <a:endParaRPr lang="en-US" sz="2800" kern="1200"/>
        </a:p>
      </dsp:txBody>
      <dsp:txXfrm>
        <a:off x="54298" y="1740783"/>
        <a:ext cx="4249750" cy="1003708"/>
      </dsp:txXfrm>
    </dsp:sp>
    <dsp:sp modelId="{2B16802F-FC32-46B9-BD2C-D3640AB38CEF}">
      <dsp:nvSpPr>
        <dsp:cNvPr id="0" name=""/>
        <dsp:cNvSpPr/>
      </dsp:nvSpPr>
      <dsp:spPr>
        <a:xfrm>
          <a:off x="0" y="2879429"/>
          <a:ext cx="4358346" cy="111230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/>
            <a:t>Cost of 100Mb/s</a:t>
          </a:r>
          <a:endParaRPr lang="en-US" sz="2800" kern="1200"/>
        </a:p>
      </dsp:txBody>
      <dsp:txXfrm>
        <a:off x="54298" y="2933727"/>
        <a:ext cx="4249750" cy="1003708"/>
      </dsp:txXfrm>
    </dsp:sp>
    <dsp:sp modelId="{7F7D01F5-E293-4B13-9A15-2BBE3E8F313F}">
      <dsp:nvSpPr>
        <dsp:cNvPr id="0" name=""/>
        <dsp:cNvSpPr/>
      </dsp:nvSpPr>
      <dsp:spPr>
        <a:xfrm>
          <a:off x="0" y="4072373"/>
          <a:ext cx="4358346" cy="111230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/>
            <a:t>=100,000,000/100,000,000 =1</a:t>
          </a:r>
          <a:endParaRPr lang="en-US" sz="2800" kern="1200"/>
        </a:p>
      </dsp:txBody>
      <dsp:txXfrm>
        <a:off x="54298" y="4126671"/>
        <a:ext cx="4249750" cy="100370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B609F-5859-423B-A1C2-C1D218481151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B1EC4-EB69-40BC-AE3A-9547C8CB12F9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cost of an OSPF route is the accumulated value from one router to the destination network.</a:t>
          </a:r>
          <a:endParaRPr lang="en-US" sz="2200" kern="1200"/>
        </a:p>
      </dsp:txBody>
      <dsp:txXfrm>
        <a:off x="0" y="693"/>
        <a:ext cx="4358346" cy="1135366"/>
      </dsp:txXfrm>
    </dsp:sp>
    <dsp:sp modelId="{F1CCEC0E-98D9-4BA4-B3FE-6D73724623D5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1023F-514A-4068-827D-631E781D6120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For example, the cost to reach the R2 LAN 172.16.2.0/24 from R1 should be as follows:</a:t>
          </a:r>
          <a:endParaRPr lang="en-US" sz="2200" kern="1200"/>
        </a:p>
      </dsp:txBody>
      <dsp:txXfrm>
        <a:off x="0" y="1136059"/>
        <a:ext cx="4358346" cy="1135366"/>
      </dsp:txXfrm>
    </dsp:sp>
    <dsp:sp modelId="{6493719C-E47B-4453-9A25-C503C6C94EAE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49E8E-DA8C-48C0-83BE-10EF7A73DC68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Serial link from R1 to R2 cost = 64</a:t>
          </a:r>
          <a:endParaRPr lang="en-US" sz="2200" kern="1200"/>
        </a:p>
      </dsp:txBody>
      <dsp:txXfrm>
        <a:off x="0" y="2271426"/>
        <a:ext cx="4358346" cy="1135366"/>
      </dsp:txXfrm>
    </dsp:sp>
    <dsp:sp modelId="{A226C340-3B42-44C7-9CE6-7D2FE009AB28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9DB9E-2486-4022-9100-427D54945771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Gigabit Ethernet link on R2 cost = 1</a:t>
          </a:r>
          <a:endParaRPr lang="en-US" sz="2200" kern="1200"/>
        </a:p>
      </dsp:txBody>
      <dsp:txXfrm>
        <a:off x="0" y="3406792"/>
        <a:ext cx="4358346" cy="1135366"/>
      </dsp:txXfrm>
    </dsp:sp>
    <dsp:sp modelId="{A4ADD794-5078-4F0D-8258-0F886FB56A5F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E5DD4-2661-4000-BD29-3C1257E1179C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Total cost to reach 172.16.2.0/24 = </a:t>
          </a:r>
          <a:r>
            <a:rPr lang="en-GB" sz="2200" b="1" kern="1200"/>
            <a:t>65</a:t>
          </a:r>
          <a:endParaRPr lang="en-US" sz="2200" kern="1200"/>
        </a:p>
      </dsp:txBody>
      <dsp:txXfrm>
        <a:off x="0" y="4542159"/>
        <a:ext cx="4358346" cy="113536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DB0BB-DC9D-46F9-9187-04D827AADEF7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7D61A-9928-47C0-8DA7-6C51F21A59F3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Use the</a:t>
          </a:r>
          <a:r>
            <a:rPr lang="en-GB" sz="2000" b="1" kern="1200"/>
            <a:t> passive-interface </a:t>
          </a:r>
          <a:r>
            <a:rPr lang="en-GB" sz="2000" kern="1200"/>
            <a:t>router configuration mode command to prevent the transmission of routing messages through a router interface, but still allow that network to be advertised to other routers.</a:t>
          </a:r>
          <a:endParaRPr lang="en-US" sz="2000" kern="1200"/>
        </a:p>
      </dsp:txBody>
      <dsp:txXfrm>
        <a:off x="0" y="2772"/>
        <a:ext cx="4358346" cy="1890891"/>
      </dsp:txXfrm>
    </dsp:sp>
    <dsp:sp modelId="{38558752-0D31-4EB0-9041-5C480C26AE97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317E4-76AD-42F5-87B3-83E4FF40FF28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Specifically, the command stops routing messages from being sent out the specified interface. </a:t>
          </a:r>
          <a:endParaRPr lang="en-US" sz="2000" kern="1200"/>
        </a:p>
      </dsp:txBody>
      <dsp:txXfrm>
        <a:off x="0" y="1893663"/>
        <a:ext cx="4358346" cy="1890891"/>
      </dsp:txXfrm>
    </dsp:sp>
    <dsp:sp modelId="{F2B4AADF-8C86-4A78-AF60-D5C96DB2B08E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594AE-68A8-423A-8340-D44079667BA1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However, the network that the specified interface belongs to is still advertised in routing messages that are sent out other interfaces.</a:t>
          </a:r>
          <a:endParaRPr lang="en-US" sz="2000" kern="1200"/>
        </a:p>
      </dsp:txBody>
      <dsp:txXfrm>
        <a:off x="0" y="3784555"/>
        <a:ext cx="4358346" cy="189089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E823-EA36-4C94-B72B-E2BD4C46036E}">
      <dsp:nvSpPr>
        <dsp:cNvPr id="0" name=""/>
        <dsp:cNvSpPr/>
      </dsp:nvSpPr>
      <dsp:spPr>
        <a:xfrm>
          <a:off x="0" y="104105"/>
          <a:ext cx="5175384" cy="5561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Inefficient Use of Bandwidth</a:t>
          </a:r>
          <a:endParaRPr lang="en-US" sz="1400" kern="1200"/>
        </a:p>
      </dsp:txBody>
      <dsp:txXfrm>
        <a:off x="27149" y="131254"/>
        <a:ext cx="5121086" cy="501854"/>
      </dsp:txXfrm>
    </dsp:sp>
    <dsp:sp modelId="{B42C165B-56A1-4A7D-8354-1BFDEE95866F}">
      <dsp:nvSpPr>
        <dsp:cNvPr id="0" name=""/>
        <dsp:cNvSpPr/>
      </dsp:nvSpPr>
      <dsp:spPr>
        <a:xfrm>
          <a:off x="0" y="700577"/>
          <a:ext cx="5175384" cy="5561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Available bandwidth is consumed transporting unnecessary messages. </a:t>
          </a:r>
          <a:endParaRPr lang="en-US" sz="1400" kern="1200"/>
        </a:p>
      </dsp:txBody>
      <dsp:txXfrm>
        <a:off x="27149" y="727726"/>
        <a:ext cx="5121086" cy="501854"/>
      </dsp:txXfrm>
    </dsp:sp>
    <dsp:sp modelId="{59948353-9FCA-4792-A4A5-906B5581C5A7}">
      <dsp:nvSpPr>
        <dsp:cNvPr id="0" name=""/>
        <dsp:cNvSpPr/>
      </dsp:nvSpPr>
      <dsp:spPr>
        <a:xfrm>
          <a:off x="0" y="1297050"/>
          <a:ext cx="5175384" cy="5561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Messages are multicasted; therefore, switches are also forwarding the messages out all ports.</a:t>
          </a:r>
          <a:endParaRPr lang="en-US" sz="1400" kern="1200"/>
        </a:p>
      </dsp:txBody>
      <dsp:txXfrm>
        <a:off x="27149" y="1324199"/>
        <a:ext cx="5121086" cy="501854"/>
      </dsp:txXfrm>
    </dsp:sp>
    <dsp:sp modelId="{E9721983-546D-4FD6-949B-2F171ACA1E1B}">
      <dsp:nvSpPr>
        <dsp:cNvPr id="0" name=""/>
        <dsp:cNvSpPr/>
      </dsp:nvSpPr>
      <dsp:spPr>
        <a:xfrm>
          <a:off x="0" y="1893522"/>
          <a:ext cx="5175384" cy="5561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Inefficient Use of Resources</a:t>
          </a:r>
          <a:endParaRPr lang="en-US" sz="1400" kern="1200"/>
        </a:p>
      </dsp:txBody>
      <dsp:txXfrm>
        <a:off x="27149" y="1920671"/>
        <a:ext cx="5121086" cy="501854"/>
      </dsp:txXfrm>
    </dsp:sp>
    <dsp:sp modelId="{7EEFD0EF-73A1-40B2-BB8E-68FC49A71409}">
      <dsp:nvSpPr>
        <dsp:cNvPr id="0" name=""/>
        <dsp:cNvSpPr/>
      </dsp:nvSpPr>
      <dsp:spPr>
        <a:xfrm>
          <a:off x="0" y="2489994"/>
          <a:ext cx="5175384" cy="55615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All devices on the LAN must process the message and eventually discard the message.</a:t>
          </a:r>
          <a:endParaRPr lang="en-US" sz="1400" kern="1200"/>
        </a:p>
      </dsp:txBody>
      <dsp:txXfrm>
        <a:off x="27149" y="2517143"/>
        <a:ext cx="5121086" cy="501854"/>
      </dsp:txXfrm>
    </dsp:sp>
    <dsp:sp modelId="{FA597439-4468-4B39-923D-945CEFBE21AD}">
      <dsp:nvSpPr>
        <dsp:cNvPr id="0" name=""/>
        <dsp:cNvSpPr/>
      </dsp:nvSpPr>
      <dsp:spPr>
        <a:xfrm>
          <a:off x="0" y="3086466"/>
          <a:ext cx="5175384" cy="5561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Increased Security Risk</a:t>
          </a:r>
          <a:endParaRPr lang="en-US" sz="1400" kern="1200"/>
        </a:p>
      </dsp:txBody>
      <dsp:txXfrm>
        <a:off x="27149" y="3113615"/>
        <a:ext cx="5121086" cy="501854"/>
      </dsp:txXfrm>
    </dsp:sp>
    <dsp:sp modelId="{307F3FDA-E1A0-4423-9E9A-803B037A11EB}">
      <dsp:nvSpPr>
        <dsp:cNvPr id="0" name=""/>
        <dsp:cNvSpPr/>
      </dsp:nvSpPr>
      <dsp:spPr>
        <a:xfrm>
          <a:off x="0" y="3682938"/>
          <a:ext cx="5175384" cy="5561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Advertising updates on a broadcast network is a security risk.</a:t>
          </a:r>
          <a:endParaRPr lang="en-US" sz="1400" kern="1200"/>
        </a:p>
      </dsp:txBody>
      <dsp:txXfrm>
        <a:off x="27149" y="3710087"/>
        <a:ext cx="5121086" cy="501854"/>
      </dsp:txXfrm>
    </dsp:sp>
    <dsp:sp modelId="{F34CBF4E-8739-4FFB-8345-7D745BA2B045}">
      <dsp:nvSpPr>
        <dsp:cNvPr id="0" name=""/>
        <dsp:cNvSpPr/>
      </dsp:nvSpPr>
      <dsp:spPr>
        <a:xfrm>
          <a:off x="0" y="4279410"/>
          <a:ext cx="5175384" cy="5561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OSPF messages can be intercepted with packet sniffing software. </a:t>
          </a:r>
          <a:endParaRPr lang="en-US" sz="1400" kern="1200"/>
        </a:p>
      </dsp:txBody>
      <dsp:txXfrm>
        <a:off x="27149" y="4306559"/>
        <a:ext cx="5121086" cy="501854"/>
      </dsp:txXfrm>
    </dsp:sp>
    <dsp:sp modelId="{422391CE-8F2B-458E-85F1-3DF52452C860}">
      <dsp:nvSpPr>
        <dsp:cNvPr id="0" name=""/>
        <dsp:cNvSpPr/>
      </dsp:nvSpPr>
      <dsp:spPr>
        <a:xfrm>
          <a:off x="0" y="4875883"/>
          <a:ext cx="5175384" cy="5561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Routing updates can be modified and sent back to the router, corrupting the routing table with false metrics that misdirect traffic.</a:t>
          </a:r>
          <a:endParaRPr lang="en-US" sz="1400" kern="1200"/>
        </a:p>
      </dsp:txBody>
      <dsp:txXfrm>
        <a:off x="27149" y="4903032"/>
        <a:ext cx="5121086" cy="50185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09FF7-0FC4-48C2-81B1-27EAB1ED489B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26842-3E50-4FD2-AA19-767E62E4CF8D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5000" kern="1200"/>
            <a:t>DR = Designated Router</a:t>
          </a:r>
          <a:endParaRPr lang="en-US" sz="5000" kern="1200"/>
        </a:p>
      </dsp:txBody>
      <dsp:txXfrm>
        <a:off x="0" y="2703"/>
        <a:ext cx="5175384" cy="1843578"/>
      </dsp:txXfrm>
    </dsp:sp>
    <dsp:sp modelId="{3A1A7C3E-CC12-4D48-93B6-6F32FD431E69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9BAFD-3390-43F4-8A30-4FAF32D2C9AC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5000" kern="1200"/>
            <a:t>BDR = Backup Designated Router</a:t>
          </a:r>
          <a:endParaRPr lang="en-US" sz="5000" kern="1200"/>
        </a:p>
      </dsp:txBody>
      <dsp:txXfrm>
        <a:off x="0" y="1846281"/>
        <a:ext cx="5175384" cy="1843578"/>
      </dsp:txXfrm>
    </dsp:sp>
    <dsp:sp modelId="{96CCA624-DE93-4757-AF3E-17B1271B24EC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231B7-67C6-425D-A784-7ABB6E6534A7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5000" kern="1200"/>
            <a:t>DROTHER =All other routers</a:t>
          </a:r>
          <a:endParaRPr lang="en-US" sz="5000" kern="1200"/>
        </a:p>
      </dsp:txBody>
      <dsp:txXfrm>
        <a:off x="0" y="3689859"/>
        <a:ext cx="5175384" cy="184357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B4F66-791C-46C1-B52F-F945094851E3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18600-A9C9-4E44-9D9C-02F4DDA60E65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Router Priority </a:t>
          </a:r>
          <a:r>
            <a:rPr lang="en-GB" sz="3000" kern="1200"/>
            <a:t>- Used in a DR/BDR election. </a:t>
          </a:r>
          <a:endParaRPr lang="en-US" sz="3000" kern="1200"/>
        </a:p>
      </dsp:txBody>
      <dsp:txXfrm>
        <a:off x="0" y="2703"/>
        <a:ext cx="5175384" cy="1843578"/>
      </dsp:txXfrm>
    </dsp:sp>
    <dsp:sp modelId="{CCB03366-E9E4-4145-B008-B33E53BDC9C5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7ADE0-66DA-4C29-8A52-E70411DB2062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The default priority for all OSPF routers is 1, but can be manually altered from 0 to 255. </a:t>
          </a:r>
          <a:endParaRPr lang="en-US" sz="3000" kern="1200" dirty="0"/>
        </a:p>
      </dsp:txBody>
      <dsp:txXfrm>
        <a:off x="0" y="1846281"/>
        <a:ext cx="5175384" cy="1843578"/>
      </dsp:txXfrm>
    </dsp:sp>
    <dsp:sp modelId="{11F53269-F90D-4751-8F46-9B6F18A80ECB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5D322-55F5-4624-A4FF-B5C31D2766EB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The higher the value, the more likely the router becomes the DR on the link.</a:t>
          </a:r>
          <a:endParaRPr lang="en-US" sz="3000" kern="1200" dirty="0"/>
        </a:p>
      </dsp:txBody>
      <dsp:txXfrm>
        <a:off x="0" y="3689859"/>
        <a:ext cx="5175384" cy="184357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DC326-028C-40D2-A4BC-5B12285407A1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A143F-4327-4DE9-8700-AF6789B7BA42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Designated Router (DR) </a:t>
          </a:r>
          <a:r>
            <a:rPr lang="en-GB" sz="3000" kern="1200"/>
            <a:t>- Router ID of the DR.</a:t>
          </a:r>
          <a:endParaRPr lang="en-US" sz="3000" kern="1200"/>
        </a:p>
      </dsp:txBody>
      <dsp:txXfrm>
        <a:off x="0" y="2772"/>
        <a:ext cx="4358346" cy="1890891"/>
      </dsp:txXfrm>
    </dsp:sp>
    <dsp:sp modelId="{D33032B2-277B-475F-901A-291DE90D9A13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15DDE-C752-4A0D-9224-2DEE88BBD796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Backup Designated Router (BDR) </a:t>
          </a:r>
          <a:r>
            <a:rPr lang="en-GB" sz="3000" kern="1200"/>
            <a:t>- Router ID of the BDR.</a:t>
          </a:r>
          <a:endParaRPr lang="en-US" sz="3000" kern="1200"/>
        </a:p>
      </dsp:txBody>
      <dsp:txXfrm>
        <a:off x="0" y="1893663"/>
        <a:ext cx="4358346" cy="1890891"/>
      </dsp:txXfrm>
    </dsp:sp>
    <dsp:sp modelId="{F623F82F-A390-4FF0-9239-68EEEA1B5C94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4B6DF-6BB6-45A0-8428-492CEC5F923E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List of Neighbours </a:t>
          </a:r>
          <a:r>
            <a:rPr lang="en-GB" sz="3000" kern="1200"/>
            <a:t>- List that identifies the router IDs of all adjacent routers.</a:t>
          </a:r>
          <a:endParaRPr lang="en-US" sz="3000" kern="1200"/>
        </a:p>
      </dsp:txBody>
      <dsp:txXfrm>
        <a:off x="0" y="3784555"/>
        <a:ext cx="4358346" cy="189089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50C2E-963B-49E2-B1F7-BB69D58D081F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E7BEF-C158-46C7-8780-B0CB0DE640EF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Multi-access networks can create two challenges for OSPF regarding the flooding of LSAs:</a:t>
          </a:r>
          <a:endParaRPr lang="en-US" sz="2900" kern="1200"/>
        </a:p>
      </dsp:txBody>
      <dsp:txXfrm>
        <a:off x="0" y="2772"/>
        <a:ext cx="4358346" cy="1890891"/>
      </dsp:txXfrm>
    </dsp:sp>
    <dsp:sp modelId="{EC5EC23B-6C94-4B5B-B94D-FA66AF76FF4E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43D38-67B6-4642-88D0-F3837F492E31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Creation of multiple adjacencies</a:t>
          </a:r>
          <a:endParaRPr lang="en-US" sz="2900" kern="1200"/>
        </a:p>
      </dsp:txBody>
      <dsp:txXfrm>
        <a:off x="0" y="1893663"/>
        <a:ext cx="4358346" cy="1890891"/>
      </dsp:txXfrm>
    </dsp:sp>
    <dsp:sp modelId="{56B38CF9-209F-44E9-AE36-C1FC26999CB8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E1A43-7CC4-4AA4-9284-C20B949A0DCB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Extensive flooding of LSAs</a:t>
          </a:r>
          <a:endParaRPr lang="en-US" sz="2900" kern="1200"/>
        </a:p>
      </dsp:txBody>
      <dsp:txXfrm>
        <a:off x="0" y="3784555"/>
        <a:ext cx="4358346" cy="189089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EE5BB-C73B-4D2E-B300-88A6EE9123AC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83441-25AA-4F82-9A3D-04A3DA2B217C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Ethernet networks could potentially interconnect many OSPF routers over a common link. </a:t>
          </a:r>
          <a:endParaRPr lang="en-US" sz="2800" kern="1200"/>
        </a:p>
      </dsp:txBody>
      <dsp:txXfrm>
        <a:off x="0" y="2772"/>
        <a:ext cx="4358346" cy="1890891"/>
      </dsp:txXfrm>
    </dsp:sp>
    <dsp:sp modelId="{413095F3-A302-4D15-9027-9220DFF4EDB5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D9C2C-0F01-4277-93FE-8381A4357900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Creating adjacencies with every router is unnecessary and undesirable.</a:t>
          </a:r>
          <a:endParaRPr lang="en-US" sz="2800" kern="1200"/>
        </a:p>
      </dsp:txBody>
      <dsp:txXfrm>
        <a:off x="0" y="1893663"/>
        <a:ext cx="4358346" cy="1890891"/>
      </dsp:txXfrm>
    </dsp:sp>
    <dsp:sp modelId="{91A1527E-0BEA-452E-B01B-F596699B423C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1754C-778B-46A5-BF9B-2A1E3E8CE391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It would lead to an excessive number of LSAs exchanged between routers on the same network.</a:t>
          </a:r>
          <a:endParaRPr lang="en-US" sz="2800" kern="1200"/>
        </a:p>
      </dsp:txBody>
      <dsp:txXfrm>
        <a:off x="0" y="3784555"/>
        <a:ext cx="4358346" cy="189089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51088-2F04-4BDD-915B-9DB6C66D4190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67FC0-062F-4079-A686-FF826050455D}">
      <dsp:nvSpPr>
        <dsp:cNvPr id="0" name=""/>
        <dsp:cNvSpPr/>
      </dsp:nvSpPr>
      <dsp:spPr>
        <a:xfrm>
          <a:off x="0" y="0"/>
          <a:ext cx="4358346" cy="283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Extensive flooding of LSAs </a:t>
          </a:r>
          <a:r>
            <a:rPr lang="en-GB" sz="3100" kern="1200"/>
            <a:t>- Link-state routers flood their LSAs any time OSPF is initialized, or when there is a change in the topology. </a:t>
          </a:r>
          <a:endParaRPr lang="en-US" sz="3100" kern="1200"/>
        </a:p>
      </dsp:txBody>
      <dsp:txXfrm>
        <a:off x="0" y="0"/>
        <a:ext cx="4358346" cy="2839109"/>
      </dsp:txXfrm>
    </dsp:sp>
    <dsp:sp modelId="{4790AA20-0DC2-48D0-B7BF-162B354FE3FF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DD6F5-3793-4C16-8390-C62C9A79DEAB}">
      <dsp:nvSpPr>
        <dsp:cNvPr id="0" name=""/>
        <dsp:cNvSpPr/>
      </dsp:nvSpPr>
      <dsp:spPr>
        <a:xfrm>
          <a:off x="0" y="2839109"/>
          <a:ext cx="4358346" cy="283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This flooding can become excessive.</a:t>
          </a:r>
          <a:endParaRPr lang="en-US" sz="3100" kern="1200"/>
        </a:p>
      </dsp:txBody>
      <dsp:txXfrm>
        <a:off x="0" y="2839109"/>
        <a:ext cx="4358346" cy="283910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2C999-B773-4DF3-89CB-5677B3B794E6}">
      <dsp:nvSpPr>
        <dsp:cNvPr id="0" name=""/>
        <dsp:cNvSpPr/>
      </dsp:nvSpPr>
      <dsp:spPr>
        <a:xfrm>
          <a:off x="0" y="74689"/>
          <a:ext cx="4358346" cy="13109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Number of router =</a:t>
          </a:r>
          <a:endParaRPr lang="en-US" sz="3300" kern="1200"/>
        </a:p>
      </dsp:txBody>
      <dsp:txXfrm>
        <a:off x="63994" y="138683"/>
        <a:ext cx="4230358" cy="1182942"/>
      </dsp:txXfrm>
    </dsp:sp>
    <dsp:sp modelId="{ABA7E146-5BDD-418E-A769-9E847F7DFDC9}">
      <dsp:nvSpPr>
        <dsp:cNvPr id="0" name=""/>
        <dsp:cNvSpPr/>
      </dsp:nvSpPr>
      <dsp:spPr>
        <a:xfrm>
          <a:off x="0" y="1480659"/>
          <a:ext cx="4358346" cy="131093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10  = how many adjacencies?</a:t>
          </a:r>
          <a:endParaRPr lang="en-US" sz="3300" kern="1200"/>
        </a:p>
      </dsp:txBody>
      <dsp:txXfrm>
        <a:off x="63994" y="1544653"/>
        <a:ext cx="4230358" cy="1182942"/>
      </dsp:txXfrm>
    </dsp:sp>
    <dsp:sp modelId="{DE8E0907-7734-4DAD-AA09-D8840FAD8D94}">
      <dsp:nvSpPr>
        <dsp:cNvPr id="0" name=""/>
        <dsp:cNvSpPr/>
      </dsp:nvSpPr>
      <dsp:spPr>
        <a:xfrm>
          <a:off x="0" y="2886629"/>
          <a:ext cx="4358346" cy="131093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20 = how many adjacencies?</a:t>
          </a:r>
          <a:endParaRPr lang="en-US" sz="3300" kern="1200"/>
        </a:p>
      </dsp:txBody>
      <dsp:txXfrm>
        <a:off x="63994" y="2950623"/>
        <a:ext cx="4230358" cy="1182942"/>
      </dsp:txXfrm>
    </dsp:sp>
    <dsp:sp modelId="{D57F346E-83A6-4B13-B053-8F4803BD136D}">
      <dsp:nvSpPr>
        <dsp:cNvPr id="0" name=""/>
        <dsp:cNvSpPr/>
      </dsp:nvSpPr>
      <dsp:spPr>
        <a:xfrm>
          <a:off x="0" y="4292599"/>
          <a:ext cx="4358346" cy="13109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/>
            <a:t>100 = how many adjacencies?</a:t>
          </a:r>
          <a:endParaRPr lang="en-US" sz="3300" kern="1200"/>
        </a:p>
      </dsp:txBody>
      <dsp:txXfrm>
        <a:off x="63994" y="4356593"/>
        <a:ext cx="4230358" cy="118294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C0F0C-A423-4FD9-938B-0DD480AC3E3B}">
      <dsp:nvSpPr>
        <dsp:cNvPr id="0" name=""/>
        <dsp:cNvSpPr/>
      </dsp:nvSpPr>
      <dsp:spPr>
        <a:xfrm>
          <a:off x="0" y="22469"/>
          <a:ext cx="4358346" cy="27705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The OSPF router ID is used to uniquely identify the router in the OSPF routing domain.</a:t>
          </a:r>
          <a:endParaRPr lang="en-US" sz="3200" kern="1200"/>
        </a:p>
      </dsp:txBody>
      <dsp:txXfrm>
        <a:off x="135248" y="157717"/>
        <a:ext cx="4087850" cy="2500063"/>
      </dsp:txXfrm>
    </dsp:sp>
    <dsp:sp modelId="{4CD75A26-3B83-4149-8543-9C6145BFBD0E}">
      <dsp:nvSpPr>
        <dsp:cNvPr id="0" name=""/>
        <dsp:cNvSpPr/>
      </dsp:nvSpPr>
      <dsp:spPr>
        <a:xfrm>
          <a:off x="0" y="2885189"/>
          <a:ext cx="4358346" cy="27705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Cisco routers derive the router ID in one of three ways and with the following precedence: </a:t>
          </a:r>
          <a:endParaRPr lang="en-US" sz="3200" kern="1200"/>
        </a:p>
      </dsp:txBody>
      <dsp:txXfrm>
        <a:off x="135248" y="3020437"/>
        <a:ext cx="4087850" cy="2500063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64787-FC7E-4A59-9001-87D3ECDA2DD5}">
      <dsp:nvSpPr>
        <dsp:cNvPr id="0" name=""/>
        <dsp:cNvSpPr/>
      </dsp:nvSpPr>
      <dsp:spPr>
        <a:xfrm>
          <a:off x="412194" y="1832"/>
          <a:ext cx="7371481" cy="3685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5300" kern="1200"/>
            <a:t>1) IP address configured with the OSPF router-id command, if present.</a:t>
          </a:r>
          <a:endParaRPr lang="en-US" sz="5300" kern="1200"/>
        </a:p>
      </dsp:txBody>
      <dsp:txXfrm>
        <a:off x="592117" y="181755"/>
        <a:ext cx="7011635" cy="332589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5E14F-43C0-4B34-BEB3-BFA4EB6D6252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CBA1C-0933-4E61-8684-135EE69AA2B0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99812-7B81-4D23-85C6-7AE00B948B9A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So if no router IDs or loopback interfaces have been configured on the three routers…</a:t>
          </a:r>
          <a:endParaRPr lang="en-US" sz="2500" kern="1200"/>
        </a:p>
      </dsp:txBody>
      <dsp:txXfrm>
        <a:off x="1568246" y="735468"/>
        <a:ext cx="6661353" cy="1357788"/>
      </dsp:txXfrm>
    </dsp:sp>
    <dsp:sp modelId="{11D89382-F047-4EB6-8F2D-BEB4BEA6AFA1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BB9D6-9889-4CD6-A337-D4B87EDB3550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5A6F7-2873-46B8-A5BA-9E1ECB0465AA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the router ID for each router is determined by the highest IP address of any active interface. </a:t>
          </a:r>
          <a:endParaRPr lang="en-US" sz="2500" kern="1200"/>
        </a:p>
      </dsp:txBody>
      <dsp:txXfrm>
        <a:off x="1568246" y="2432705"/>
        <a:ext cx="6661353" cy="135778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E9C-28D1-4F78-8F75-1FDFA12D4A85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B41C8-3B8D-47F8-9E70-CE649C08C447}">
      <dsp:nvSpPr>
        <dsp:cNvPr id="0" name=""/>
        <dsp:cNvSpPr/>
      </dsp:nvSpPr>
      <dsp:spPr>
        <a:xfrm>
          <a:off x="0" y="693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Change the router ID on R1 using the router-id command.</a:t>
          </a:r>
          <a:endParaRPr lang="en-US" sz="1500" kern="1200"/>
        </a:p>
      </dsp:txBody>
      <dsp:txXfrm>
        <a:off x="0" y="693"/>
        <a:ext cx="4358346" cy="810976"/>
      </dsp:txXfrm>
    </dsp:sp>
    <dsp:sp modelId="{BEC4EF13-19FB-453E-83DE-49D40B1689ED}">
      <dsp:nvSpPr>
        <dsp:cNvPr id="0" name=""/>
        <dsp:cNvSpPr/>
      </dsp:nvSpPr>
      <dsp:spPr>
        <a:xfrm>
          <a:off x="0" y="811669"/>
          <a:ext cx="4358346" cy="0"/>
        </a:xfrm>
        <a:prstGeom prst="line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accent5">
              <a:hueOff val="-1655646"/>
              <a:satOff val="6635"/>
              <a:lumOff val="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24CFC-975B-4E3D-BEBA-28EF2524141C}">
      <dsp:nvSpPr>
        <dsp:cNvPr id="0" name=""/>
        <dsp:cNvSpPr/>
      </dsp:nvSpPr>
      <dsp:spPr>
        <a:xfrm>
          <a:off x="0" y="811669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The preferred method for setting the router ID is with the router-id command. </a:t>
          </a:r>
          <a:endParaRPr lang="en-US" sz="1500" kern="1200"/>
        </a:p>
      </dsp:txBody>
      <dsp:txXfrm>
        <a:off x="0" y="811669"/>
        <a:ext cx="4358346" cy="810976"/>
      </dsp:txXfrm>
    </dsp:sp>
    <dsp:sp modelId="{2F6BC9F3-6C79-42ED-889F-7DF4902A4FCB}">
      <dsp:nvSpPr>
        <dsp:cNvPr id="0" name=""/>
        <dsp:cNvSpPr/>
      </dsp:nvSpPr>
      <dsp:spPr>
        <a:xfrm>
          <a:off x="0" y="1622645"/>
          <a:ext cx="4358346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8CD55-A320-4991-9EC6-22B481509299}">
      <dsp:nvSpPr>
        <dsp:cNvPr id="0" name=""/>
        <dsp:cNvSpPr/>
      </dsp:nvSpPr>
      <dsp:spPr>
        <a:xfrm>
          <a:off x="0" y="1622645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R1(config)# router ospf 1</a:t>
          </a:r>
          <a:endParaRPr lang="en-US" sz="1500" kern="1200"/>
        </a:p>
      </dsp:txBody>
      <dsp:txXfrm>
        <a:off x="0" y="1622645"/>
        <a:ext cx="4358346" cy="810976"/>
      </dsp:txXfrm>
    </dsp:sp>
    <dsp:sp modelId="{E64A637F-E55B-46FE-9F8C-F0865C935CA1}">
      <dsp:nvSpPr>
        <dsp:cNvPr id="0" name=""/>
        <dsp:cNvSpPr/>
      </dsp:nvSpPr>
      <dsp:spPr>
        <a:xfrm>
          <a:off x="0" y="2433621"/>
          <a:ext cx="4358346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4A85D-9B11-4D74-BB3C-7790341E9117}">
      <dsp:nvSpPr>
        <dsp:cNvPr id="0" name=""/>
        <dsp:cNvSpPr/>
      </dsp:nvSpPr>
      <dsp:spPr>
        <a:xfrm>
          <a:off x="0" y="2433621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R1(config-router)# router-id 11.11.11.11</a:t>
          </a:r>
          <a:endParaRPr lang="en-US" sz="1500" kern="1200"/>
        </a:p>
      </dsp:txBody>
      <dsp:txXfrm>
        <a:off x="0" y="2433621"/>
        <a:ext cx="4358346" cy="810976"/>
      </dsp:txXfrm>
    </dsp:sp>
    <dsp:sp modelId="{9CB2B882-37CB-4650-AEE7-A2E039095FBC}">
      <dsp:nvSpPr>
        <dsp:cNvPr id="0" name=""/>
        <dsp:cNvSpPr/>
      </dsp:nvSpPr>
      <dsp:spPr>
        <a:xfrm>
          <a:off x="0" y="3244597"/>
          <a:ext cx="4358346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34562-D39E-4291-823E-F15B0943512D}">
      <dsp:nvSpPr>
        <dsp:cNvPr id="0" name=""/>
        <dsp:cNvSpPr/>
      </dsp:nvSpPr>
      <dsp:spPr>
        <a:xfrm>
          <a:off x="0" y="3244597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Reload or use "clear ip ospf process" command, for this to take effect </a:t>
          </a:r>
          <a:endParaRPr lang="en-US" sz="1500" kern="1200"/>
        </a:p>
      </dsp:txBody>
      <dsp:txXfrm>
        <a:off x="0" y="3244597"/>
        <a:ext cx="4358346" cy="810976"/>
      </dsp:txXfrm>
    </dsp:sp>
    <dsp:sp modelId="{175B7874-C709-4AD2-9D78-B270823B0C0F}">
      <dsp:nvSpPr>
        <dsp:cNvPr id="0" name=""/>
        <dsp:cNvSpPr/>
      </dsp:nvSpPr>
      <dsp:spPr>
        <a:xfrm>
          <a:off x="0" y="4055573"/>
          <a:ext cx="4358346" cy="0"/>
        </a:xfrm>
        <a:prstGeom prst="line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accent5">
              <a:hueOff val="-8278230"/>
              <a:satOff val="33176"/>
              <a:lumOff val="71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668E8-4CB6-4CE7-9457-8C8413E5BDAF}">
      <dsp:nvSpPr>
        <dsp:cNvPr id="0" name=""/>
        <dsp:cNvSpPr/>
      </dsp:nvSpPr>
      <dsp:spPr>
        <a:xfrm>
          <a:off x="0" y="4055573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kern="1200"/>
            <a:t>You will receive an informational message telling you that you must either reload the router or use the clear ip ospf process command for the change to take effect.</a:t>
          </a:r>
          <a:endParaRPr lang="en-US" sz="1500" kern="1200"/>
        </a:p>
      </dsp:txBody>
      <dsp:txXfrm>
        <a:off x="0" y="4055573"/>
        <a:ext cx="4358346" cy="810976"/>
      </dsp:txXfrm>
    </dsp:sp>
    <dsp:sp modelId="{39A0E41F-5EA9-4F3C-9CE8-095160361163}">
      <dsp:nvSpPr>
        <dsp:cNvPr id="0" name=""/>
        <dsp:cNvSpPr/>
      </dsp:nvSpPr>
      <dsp:spPr>
        <a:xfrm>
          <a:off x="0" y="4866549"/>
          <a:ext cx="435834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A02D4-57B8-46B9-9D5B-3C05C2D86CE8}">
      <dsp:nvSpPr>
        <dsp:cNvPr id="0" name=""/>
        <dsp:cNvSpPr/>
      </dsp:nvSpPr>
      <dsp:spPr>
        <a:xfrm>
          <a:off x="0" y="4866549"/>
          <a:ext cx="4358346" cy="81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500" u="sng" kern="1200"/>
            <a:t>Remember to save configuration first before a reload!!!!!</a:t>
          </a:r>
          <a:endParaRPr lang="en-US" sz="1500" kern="1200"/>
        </a:p>
      </dsp:txBody>
      <dsp:txXfrm>
        <a:off x="0" y="4866549"/>
        <a:ext cx="4358346" cy="81097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26476-C71A-4D2F-90AF-2C3881DADD31}">
      <dsp:nvSpPr>
        <dsp:cNvPr id="0" name=""/>
        <dsp:cNvSpPr/>
      </dsp:nvSpPr>
      <dsp:spPr>
        <a:xfrm>
          <a:off x="0" y="166480"/>
          <a:ext cx="4358346" cy="12866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It's an </a:t>
          </a:r>
          <a:r>
            <a:rPr lang="en-IE" sz="2300" b="1" kern="1200"/>
            <a:t>interface</a:t>
          </a:r>
          <a:r>
            <a:rPr lang="en-IE" sz="2300" kern="1200"/>
            <a:t> like any other and can be assigned its own </a:t>
          </a:r>
          <a:r>
            <a:rPr lang="en-IE" sz="2300" b="1" kern="1200"/>
            <a:t>address</a:t>
          </a:r>
          <a:r>
            <a:rPr lang="en-IE" sz="2300" kern="1200"/>
            <a:t>. </a:t>
          </a:r>
          <a:endParaRPr lang="en-US" sz="2300" kern="1200"/>
        </a:p>
      </dsp:txBody>
      <dsp:txXfrm>
        <a:off x="62808" y="229288"/>
        <a:ext cx="4232730" cy="1161018"/>
      </dsp:txXfrm>
    </dsp:sp>
    <dsp:sp modelId="{9EC24CE9-23DD-457E-B0C3-C27DB5F2D799}">
      <dsp:nvSpPr>
        <dsp:cNvPr id="0" name=""/>
        <dsp:cNvSpPr/>
      </dsp:nvSpPr>
      <dsp:spPr>
        <a:xfrm>
          <a:off x="0" y="1519355"/>
          <a:ext cx="4358346" cy="128663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A </a:t>
          </a:r>
          <a:r>
            <a:rPr lang="en-IE" sz="2300" b="1" kern="1200"/>
            <a:t>loopback interface</a:t>
          </a:r>
          <a:r>
            <a:rPr lang="en-IE" sz="2300" kern="1200"/>
            <a:t> is often used as a termination </a:t>
          </a:r>
          <a:r>
            <a:rPr lang="en-IE" sz="2300" b="1" kern="1200"/>
            <a:t>address</a:t>
          </a:r>
          <a:r>
            <a:rPr lang="en-IE" sz="2300" kern="1200"/>
            <a:t> for some </a:t>
          </a:r>
          <a:r>
            <a:rPr lang="en-IE" sz="2300" b="1" kern="1200"/>
            <a:t>routing</a:t>
          </a:r>
          <a:r>
            <a:rPr lang="en-IE" sz="2300" kern="1200"/>
            <a:t> protocols, </a:t>
          </a:r>
          <a:endParaRPr lang="en-US" sz="2300" kern="1200"/>
        </a:p>
      </dsp:txBody>
      <dsp:txXfrm>
        <a:off x="62808" y="1582163"/>
        <a:ext cx="4232730" cy="1161018"/>
      </dsp:txXfrm>
    </dsp:sp>
    <dsp:sp modelId="{31F03885-3F40-424D-9885-A7FD9D12FFE6}">
      <dsp:nvSpPr>
        <dsp:cNvPr id="0" name=""/>
        <dsp:cNvSpPr/>
      </dsp:nvSpPr>
      <dsp:spPr>
        <a:xfrm>
          <a:off x="0" y="2872229"/>
          <a:ext cx="4358346" cy="128663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because it never goes down. </a:t>
          </a:r>
          <a:endParaRPr lang="en-US" sz="2300" kern="1200"/>
        </a:p>
      </dsp:txBody>
      <dsp:txXfrm>
        <a:off x="62808" y="2935037"/>
        <a:ext cx="4232730" cy="1161018"/>
      </dsp:txXfrm>
    </dsp:sp>
    <dsp:sp modelId="{45E02F78-AB32-472D-AB7C-C20F1320210A}">
      <dsp:nvSpPr>
        <dsp:cNvPr id="0" name=""/>
        <dsp:cNvSpPr/>
      </dsp:nvSpPr>
      <dsp:spPr>
        <a:xfrm>
          <a:off x="0" y="4225103"/>
          <a:ext cx="4358346" cy="128663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300" kern="1200"/>
            <a:t>Another common use of a </a:t>
          </a:r>
          <a:r>
            <a:rPr lang="en-IE" sz="2300" b="1" kern="1200"/>
            <a:t>loopback address</a:t>
          </a:r>
          <a:r>
            <a:rPr lang="en-IE" sz="2300" kern="1200"/>
            <a:t> is to identify a </a:t>
          </a:r>
          <a:r>
            <a:rPr lang="en-IE" sz="2300" b="1" kern="1200"/>
            <a:t>router</a:t>
          </a:r>
          <a:r>
            <a:rPr lang="en-IE" sz="2300" kern="1200"/>
            <a:t>.</a:t>
          </a:r>
          <a:endParaRPr lang="en-US" sz="2300" kern="1200"/>
        </a:p>
      </dsp:txBody>
      <dsp:txXfrm>
        <a:off x="62808" y="4287911"/>
        <a:ext cx="4232730" cy="116101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5CF429-E827-47A9-98F5-2C67B69624F5}">
      <dsp:nvSpPr>
        <dsp:cNvPr id="0" name=""/>
        <dsp:cNvSpPr/>
      </dsp:nvSpPr>
      <dsp:spPr>
        <a:xfrm>
          <a:off x="0" y="825989"/>
          <a:ext cx="4358346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To assign an IP address to loopback 0 on R1</a:t>
          </a:r>
          <a:endParaRPr lang="en-US" sz="2400" kern="1200"/>
        </a:p>
      </dsp:txBody>
      <dsp:txXfrm>
        <a:off x="46606" y="872595"/>
        <a:ext cx="4265134" cy="861507"/>
      </dsp:txXfrm>
    </dsp:sp>
    <dsp:sp modelId="{54F750BC-ABA0-43EC-8733-5DDCA1B2E1CB}">
      <dsp:nvSpPr>
        <dsp:cNvPr id="0" name=""/>
        <dsp:cNvSpPr/>
      </dsp:nvSpPr>
      <dsp:spPr>
        <a:xfrm>
          <a:off x="0" y="1849829"/>
          <a:ext cx="4358346" cy="95471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R1(config)# interface lo0</a:t>
          </a:r>
          <a:endParaRPr lang="en-US" sz="2400" kern="1200"/>
        </a:p>
      </dsp:txBody>
      <dsp:txXfrm>
        <a:off x="46606" y="1896435"/>
        <a:ext cx="4265134" cy="861507"/>
      </dsp:txXfrm>
    </dsp:sp>
    <dsp:sp modelId="{BC6DF0B9-D11C-4FBB-984F-F193B512F7CB}">
      <dsp:nvSpPr>
        <dsp:cNvPr id="0" name=""/>
        <dsp:cNvSpPr/>
      </dsp:nvSpPr>
      <dsp:spPr>
        <a:xfrm>
          <a:off x="0" y="2873669"/>
          <a:ext cx="4358346" cy="95471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R1(config-if)# ip address 1.1.1.1 255.255.255.255</a:t>
          </a:r>
          <a:endParaRPr lang="en-US" sz="2400" kern="1200"/>
        </a:p>
      </dsp:txBody>
      <dsp:txXfrm>
        <a:off x="46606" y="2920275"/>
        <a:ext cx="4265134" cy="861507"/>
      </dsp:txXfrm>
    </dsp:sp>
    <dsp:sp modelId="{11024621-0DF1-493C-A710-1223A532CC92}">
      <dsp:nvSpPr>
        <dsp:cNvPr id="0" name=""/>
        <dsp:cNvSpPr/>
      </dsp:nvSpPr>
      <dsp:spPr>
        <a:xfrm>
          <a:off x="0" y="3897509"/>
          <a:ext cx="4358346" cy="95471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u="sng" kern="1200"/>
            <a:t>Remember to save configuration first before a reload!!!!!</a:t>
          </a:r>
          <a:endParaRPr lang="en-US" sz="2400" kern="1200"/>
        </a:p>
      </dsp:txBody>
      <dsp:txXfrm>
        <a:off x="46606" y="3944115"/>
        <a:ext cx="4265134" cy="86150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71B99-307B-4968-93C2-4ACF9EF4B355}">
      <dsp:nvSpPr>
        <dsp:cNvPr id="0" name=""/>
        <dsp:cNvSpPr/>
      </dsp:nvSpPr>
      <dsp:spPr>
        <a:xfrm>
          <a:off x="0" y="16447"/>
          <a:ext cx="4358346" cy="1831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Highest active IP address on any of the router’s physical interfaces.</a:t>
          </a:r>
          <a:endParaRPr lang="en-US" sz="2600" kern="1200"/>
        </a:p>
      </dsp:txBody>
      <dsp:txXfrm>
        <a:off x="89424" y="105871"/>
        <a:ext cx="4179498" cy="1653006"/>
      </dsp:txXfrm>
    </dsp:sp>
    <dsp:sp modelId="{6965804B-E969-470B-B6A7-24A381BDEB42}">
      <dsp:nvSpPr>
        <dsp:cNvPr id="0" name=""/>
        <dsp:cNvSpPr/>
      </dsp:nvSpPr>
      <dsp:spPr>
        <a:xfrm>
          <a:off x="0" y="1923182"/>
          <a:ext cx="4358346" cy="1831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So if no router IDs or loopback interfaces have been configured on the  router</a:t>
          </a:r>
          <a:endParaRPr lang="en-US" sz="2600" kern="1200"/>
        </a:p>
      </dsp:txBody>
      <dsp:txXfrm>
        <a:off x="89424" y="2012606"/>
        <a:ext cx="4179498" cy="1653006"/>
      </dsp:txXfrm>
    </dsp:sp>
    <dsp:sp modelId="{A166E147-6B2C-47BC-A914-4A37984C0738}">
      <dsp:nvSpPr>
        <dsp:cNvPr id="0" name=""/>
        <dsp:cNvSpPr/>
      </dsp:nvSpPr>
      <dsp:spPr>
        <a:xfrm>
          <a:off x="0" y="3829916"/>
          <a:ext cx="4358346" cy="1831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the router ID for each router is determined by the highest IP address of any active interface. </a:t>
          </a:r>
          <a:endParaRPr lang="en-US" sz="2600" kern="1200"/>
        </a:p>
      </dsp:txBody>
      <dsp:txXfrm>
        <a:off x="89424" y="3919340"/>
        <a:ext cx="4179498" cy="165300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1D476-67C2-452C-8BB0-9659D40FEBFC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5EDCA-3B04-4947-B474-7F3E7E22C6A3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OSPF uses link-state packets (LSPs) to establish and maintain neighbour adjacencies and exchange routing updates.</a:t>
          </a:r>
          <a:endParaRPr lang="en-US" sz="2500" kern="1200"/>
        </a:p>
      </dsp:txBody>
      <dsp:txXfrm>
        <a:off x="0" y="2772"/>
        <a:ext cx="4358346" cy="1890891"/>
      </dsp:txXfrm>
    </dsp:sp>
    <dsp:sp modelId="{E0104862-27D3-428A-90F8-2DEC997A8237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DDB2D-89B3-4C08-808B-64D36E21C895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There are five different types of LSPs used by OSPF. </a:t>
          </a:r>
          <a:endParaRPr lang="en-US" sz="2500" kern="1200"/>
        </a:p>
      </dsp:txBody>
      <dsp:txXfrm>
        <a:off x="0" y="1893663"/>
        <a:ext cx="4358346" cy="1890891"/>
      </dsp:txXfrm>
    </dsp:sp>
    <dsp:sp modelId="{3C2196EB-DE52-4113-AB3B-779D2680B709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05CF-8341-4877-B201-A705B62AC896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Each packet serves a specific purpose in the OSPF routing process:</a:t>
          </a:r>
          <a:endParaRPr lang="en-US" sz="2500" kern="1200"/>
        </a:p>
      </dsp:txBody>
      <dsp:txXfrm>
        <a:off x="0" y="3784555"/>
        <a:ext cx="4358346" cy="189089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D749E-2513-4E57-91DB-2187BF3C4D36}">
      <dsp:nvSpPr>
        <dsp:cNvPr id="0" name=""/>
        <dsp:cNvSpPr/>
      </dsp:nvSpPr>
      <dsp:spPr>
        <a:xfrm>
          <a:off x="962" y="1098351"/>
          <a:ext cx="3504344" cy="17521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Hello Packet</a:t>
          </a:r>
          <a:endParaRPr lang="en-US" sz="3700" kern="1200"/>
        </a:p>
      </dsp:txBody>
      <dsp:txXfrm>
        <a:off x="52281" y="1149670"/>
        <a:ext cx="3401706" cy="1649534"/>
      </dsp:txXfrm>
    </dsp:sp>
    <dsp:sp modelId="{B348F681-C984-4C04-AE3C-51B16395D871}">
      <dsp:nvSpPr>
        <dsp:cNvPr id="0" name=""/>
        <dsp:cNvSpPr/>
      </dsp:nvSpPr>
      <dsp:spPr>
        <a:xfrm>
          <a:off x="4381393" y="1098351"/>
          <a:ext cx="3504344" cy="17521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The OSPF Type 1 packet is the Hello packet.</a:t>
          </a:r>
          <a:endParaRPr lang="en-US" sz="3700" kern="1200"/>
        </a:p>
      </dsp:txBody>
      <dsp:txXfrm>
        <a:off x="4432712" y="1149670"/>
        <a:ext cx="3401706" cy="164953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0458B-2009-441E-ADFB-9AFCB46047BF}">
      <dsp:nvSpPr>
        <dsp:cNvPr id="0" name=""/>
        <dsp:cNvSpPr/>
      </dsp:nvSpPr>
      <dsp:spPr>
        <a:xfrm>
          <a:off x="0" y="47720"/>
          <a:ext cx="7886700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Discover OSPF neighbours and establish neighbour adjacencies.</a:t>
          </a:r>
          <a:endParaRPr lang="en-US" sz="2300" kern="1200"/>
        </a:p>
      </dsp:txBody>
      <dsp:txXfrm>
        <a:off x="44602" y="92322"/>
        <a:ext cx="7797496" cy="824474"/>
      </dsp:txXfrm>
    </dsp:sp>
    <dsp:sp modelId="{37785D48-E851-4B2B-925C-B3480BF58AB0}">
      <dsp:nvSpPr>
        <dsp:cNvPr id="0" name=""/>
        <dsp:cNvSpPr/>
      </dsp:nvSpPr>
      <dsp:spPr>
        <a:xfrm>
          <a:off x="0" y="1027639"/>
          <a:ext cx="7886700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Advertise parameters on which two routers must agree to become neighbours.</a:t>
          </a:r>
          <a:endParaRPr lang="en-US" sz="2300" kern="1200"/>
        </a:p>
      </dsp:txBody>
      <dsp:txXfrm>
        <a:off x="44602" y="1072241"/>
        <a:ext cx="7797496" cy="824474"/>
      </dsp:txXfrm>
    </dsp:sp>
    <dsp:sp modelId="{1296AA72-8DAB-4B59-AB5B-30787F8042C2}">
      <dsp:nvSpPr>
        <dsp:cNvPr id="0" name=""/>
        <dsp:cNvSpPr/>
      </dsp:nvSpPr>
      <dsp:spPr>
        <a:xfrm>
          <a:off x="0" y="2007558"/>
          <a:ext cx="7886700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Elect the Designated Router (DR) and Backup Designated Router (BDR) on multi-access networks like Ethernet and Frame Relay. </a:t>
          </a:r>
          <a:endParaRPr lang="en-US" sz="2300" kern="1200"/>
        </a:p>
      </dsp:txBody>
      <dsp:txXfrm>
        <a:off x="44602" y="2052160"/>
        <a:ext cx="7797496" cy="824474"/>
      </dsp:txXfrm>
    </dsp:sp>
    <dsp:sp modelId="{23717660-E2BE-4458-8B13-6EBE95B63546}">
      <dsp:nvSpPr>
        <dsp:cNvPr id="0" name=""/>
        <dsp:cNvSpPr/>
      </dsp:nvSpPr>
      <dsp:spPr>
        <a:xfrm>
          <a:off x="0" y="2987476"/>
          <a:ext cx="7886700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Point-to-point links do not require DR or BDR.</a:t>
          </a:r>
          <a:endParaRPr lang="en-US" sz="2300" kern="1200"/>
        </a:p>
      </dsp:txBody>
      <dsp:txXfrm>
        <a:off x="44602" y="3032078"/>
        <a:ext cx="7797496" cy="82447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4C82C-8EDD-43FC-B74F-46E6754CB8F1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B2366-17BE-45DF-A6B3-D19EC3E73B65}">
      <dsp:nvSpPr>
        <dsp:cNvPr id="0" name=""/>
        <dsp:cNvSpPr/>
      </dsp:nvSpPr>
      <dsp:spPr>
        <a:xfrm>
          <a:off x="0" y="2772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Type </a:t>
          </a:r>
          <a:r>
            <a:rPr lang="en-GB" sz="2600" kern="1200"/>
            <a:t>- Identifies the type of packet.</a:t>
          </a:r>
          <a:endParaRPr lang="en-US" sz="2600" kern="1200"/>
        </a:p>
      </dsp:txBody>
      <dsp:txXfrm>
        <a:off x="0" y="2772"/>
        <a:ext cx="4358346" cy="945445"/>
      </dsp:txXfrm>
    </dsp:sp>
    <dsp:sp modelId="{A0AA59AC-7E79-41A3-951C-173BC969360A}">
      <dsp:nvSpPr>
        <dsp:cNvPr id="0" name=""/>
        <dsp:cNvSpPr/>
      </dsp:nvSpPr>
      <dsp:spPr>
        <a:xfrm>
          <a:off x="0" y="948218"/>
          <a:ext cx="4358346" cy="0"/>
        </a:xfrm>
        <a:prstGeom prst="lin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A0FD8-B9F5-48D6-928C-D3675ADA5739}">
      <dsp:nvSpPr>
        <dsp:cNvPr id="0" name=""/>
        <dsp:cNvSpPr/>
      </dsp:nvSpPr>
      <dsp:spPr>
        <a:xfrm>
          <a:off x="0" y="948218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(1) = indicates a Hello packet.</a:t>
          </a:r>
          <a:endParaRPr lang="en-US" sz="2600" kern="1200"/>
        </a:p>
      </dsp:txBody>
      <dsp:txXfrm>
        <a:off x="0" y="948218"/>
        <a:ext cx="4358346" cy="945445"/>
      </dsp:txXfrm>
    </dsp:sp>
    <dsp:sp modelId="{2D7C2177-0B4F-4AD6-9394-A42FAA329687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8DBE2-0848-4989-B3D6-934435DAB15E}">
      <dsp:nvSpPr>
        <dsp:cNvPr id="0" name=""/>
        <dsp:cNvSpPr/>
      </dsp:nvSpPr>
      <dsp:spPr>
        <a:xfrm>
          <a:off x="0" y="1893663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(2)= identifies a DBD packet, (database description packet).</a:t>
          </a:r>
          <a:endParaRPr lang="en-US" sz="2600" kern="1200"/>
        </a:p>
      </dsp:txBody>
      <dsp:txXfrm>
        <a:off x="0" y="1893663"/>
        <a:ext cx="4358346" cy="945445"/>
      </dsp:txXfrm>
    </dsp:sp>
    <dsp:sp modelId="{C96EC094-CA92-4F4E-98B6-B1E22D8FBE47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211B9-A712-415C-8497-A2BC6CD143CD}">
      <dsp:nvSpPr>
        <dsp:cNvPr id="0" name=""/>
        <dsp:cNvSpPr/>
      </dsp:nvSpPr>
      <dsp:spPr>
        <a:xfrm>
          <a:off x="0" y="2839109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(3) a LSR packet, (Link State Request)</a:t>
          </a:r>
          <a:endParaRPr lang="en-US" sz="2600" kern="1200"/>
        </a:p>
      </dsp:txBody>
      <dsp:txXfrm>
        <a:off x="0" y="2839109"/>
        <a:ext cx="4358346" cy="945445"/>
      </dsp:txXfrm>
    </dsp:sp>
    <dsp:sp modelId="{84081FD2-F4D0-45B1-98B3-23D8557C8FFA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149E5-F465-4469-A55F-8A58420A5405}">
      <dsp:nvSpPr>
        <dsp:cNvPr id="0" name=""/>
        <dsp:cNvSpPr/>
      </dsp:nvSpPr>
      <dsp:spPr>
        <a:xfrm>
          <a:off x="0" y="3784555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(4) a LSU packet, (Link State Update)</a:t>
          </a:r>
          <a:endParaRPr lang="en-US" sz="2600" kern="1200"/>
        </a:p>
      </dsp:txBody>
      <dsp:txXfrm>
        <a:off x="0" y="3784555"/>
        <a:ext cx="4358346" cy="945445"/>
      </dsp:txXfrm>
    </dsp:sp>
    <dsp:sp modelId="{68BD5704-028A-4D9E-9379-94016EB7D68E}">
      <dsp:nvSpPr>
        <dsp:cNvPr id="0" name=""/>
        <dsp:cNvSpPr/>
      </dsp:nvSpPr>
      <dsp:spPr>
        <a:xfrm>
          <a:off x="0" y="4730000"/>
          <a:ext cx="4358346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793EA-64AF-408A-9548-7B723B92A838}">
      <dsp:nvSpPr>
        <dsp:cNvPr id="0" name=""/>
        <dsp:cNvSpPr/>
      </dsp:nvSpPr>
      <dsp:spPr>
        <a:xfrm>
          <a:off x="0" y="4730000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(5) a LSAck packet.</a:t>
          </a:r>
          <a:endParaRPr lang="en-US" sz="2600" kern="1200"/>
        </a:p>
      </dsp:txBody>
      <dsp:txXfrm>
        <a:off x="0" y="4730000"/>
        <a:ext cx="4358346" cy="94544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EA3BB-DA60-4003-9EBE-A32F2C9B8C4F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EF68B-7117-4EF5-A8AB-644253196044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Hello Interval </a:t>
          </a:r>
          <a:r>
            <a:rPr lang="en-GB" sz="2800" kern="1200"/>
            <a:t>- Specifies the frequency, in seconds, at which a router sends Hello packets. </a:t>
          </a:r>
          <a:endParaRPr lang="en-US" sz="2800" kern="1200"/>
        </a:p>
      </dsp:txBody>
      <dsp:txXfrm>
        <a:off x="0" y="2772"/>
        <a:ext cx="4358346" cy="1890891"/>
      </dsp:txXfrm>
    </dsp:sp>
    <dsp:sp modelId="{FFD0171A-EC09-4131-A3DE-2741FA379BB1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CA0F1-36C7-4A06-A57D-01FC54DD314E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The default Hello interval on multi-access networks is </a:t>
          </a:r>
          <a:r>
            <a:rPr lang="en-GB" sz="2800" u="sng" kern="1200"/>
            <a:t>10 seconds</a:t>
          </a:r>
          <a:r>
            <a:rPr lang="en-GB" sz="2800" kern="1200"/>
            <a:t>. </a:t>
          </a:r>
          <a:endParaRPr lang="en-US" sz="2800" kern="1200"/>
        </a:p>
      </dsp:txBody>
      <dsp:txXfrm>
        <a:off x="0" y="1893663"/>
        <a:ext cx="4358346" cy="1890891"/>
      </dsp:txXfrm>
    </dsp:sp>
    <dsp:sp modelId="{A2BA26BB-3815-4E0A-9183-2A2B2308EF7B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C0819-ED28-4B09-A9C7-552CA334C280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This timer must be the same on neighbouring routers; otherwise, an adjacency is not established.</a:t>
          </a:r>
          <a:endParaRPr lang="en-US" sz="2800" kern="1200"/>
        </a:p>
      </dsp:txBody>
      <dsp:txXfrm>
        <a:off x="0" y="3784555"/>
        <a:ext cx="4358346" cy="189089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B64E2-47F9-4B4C-858E-108801BE2BE9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B3E58-0DF9-483F-8FD5-44FB16F0B25D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Dead Interval </a:t>
          </a:r>
          <a:r>
            <a:rPr lang="en-GB" sz="2400" kern="1200"/>
            <a:t>- Is the time in seconds that a router waits to hear from a neighbour before declaring the neighbouring router out of service. </a:t>
          </a:r>
          <a:endParaRPr lang="en-US" sz="2400" kern="1200"/>
        </a:p>
      </dsp:txBody>
      <dsp:txXfrm>
        <a:off x="0" y="2772"/>
        <a:ext cx="4358346" cy="1890891"/>
      </dsp:txXfrm>
    </dsp:sp>
    <dsp:sp modelId="{570B5E01-1821-4B20-B1CC-7477E8EDF479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46A27-2A18-440E-958D-CF3F905BE81B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By default, the router Dead Interval is four times the Hello interval, (40 secs).</a:t>
          </a:r>
          <a:endParaRPr lang="en-US" sz="2400" kern="1200"/>
        </a:p>
      </dsp:txBody>
      <dsp:txXfrm>
        <a:off x="0" y="1893663"/>
        <a:ext cx="4358346" cy="1890891"/>
      </dsp:txXfrm>
    </dsp:sp>
    <dsp:sp modelId="{7CCAFA27-D03A-445F-BDC6-8800A91F03D0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66AC9-B062-48AE-9316-DA3123CB6825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u="sng" kern="1200"/>
            <a:t>This timer must be the same on neighbouring routers; otherwise, an adjacency is not established.</a:t>
          </a:r>
          <a:endParaRPr lang="en-US" sz="2400" kern="1200"/>
        </a:p>
      </dsp:txBody>
      <dsp:txXfrm>
        <a:off x="0" y="3784555"/>
        <a:ext cx="4358346" cy="1890891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6FAB1-0712-4748-8303-6C8B0897542A}">
      <dsp:nvSpPr>
        <dsp:cNvPr id="0" name=""/>
        <dsp:cNvSpPr/>
      </dsp:nvSpPr>
      <dsp:spPr>
        <a:xfrm>
          <a:off x="0" y="131909"/>
          <a:ext cx="4358346" cy="63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OSPF progresses through several states while attempting to reach convergence:</a:t>
          </a:r>
          <a:endParaRPr lang="en-US" sz="1600" kern="1200"/>
        </a:p>
      </dsp:txBody>
      <dsp:txXfrm>
        <a:off x="31070" y="162979"/>
        <a:ext cx="4296206" cy="574340"/>
      </dsp:txXfrm>
    </dsp:sp>
    <dsp:sp modelId="{DD3E0888-817E-4985-87F9-A9BD26A72E20}">
      <dsp:nvSpPr>
        <dsp:cNvPr id="0" name=""/>
        <dsp:cNvSpPr/>
      </dsp:nvSpPr>
      <dsp:spPr>
        <a:xfrm>
          <a:off x="0" y="814469"/>
          <a:ext cx="4358346" cy="636480"/>
        </a:xfrm>
        <a:prstGeom prst="round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Down state</a:t>
          </a:r>
          <a:endParaRPr lang="en-US" sz="1600" kern="1200"/>
        </a:p>
      </dsp:txBody>
      <dsp:txXfrm>
        <a:off x="31070" y="845539"/>
        <a:ext cx="4296206" cy="574340"/>
      </dsp:txXfrm>
    </dsp:sp>
    <dsp:sp modelId="{33505211-FF30-49F5-8D85-D514033B0530}">
      <dsp:nvSpPr>
        <dsp:cNvPr id="0" name=""/>
        <dsp:cNvSpPr/>
      </dsp:nvSpPr>
      <dsp:spPr>
        <a:xfrm>
          <a:off x="0" y="1497029"/>
          <a:ext cx="4358346" cy="636480"/>
        </a:xfrm>
        <a:prstGeom prst="round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Init state</a:t>
          </a:r>
          <a:endParaRPr lang="en-US" sz="1600" kern="1200"/>
        </a:p>
      </dsp:txBody>
      <dsp:txXfrm>
        <a:off x="31070" y="1528099"/>
        <a:ext cx="4296206" cy="574340"/>
      </dsp:txXfrm>
    </dsp:sp>
    <dsp:sp modelId="{E4C0432E-FCF8-4720-B8AD-F7F17E3EBF7F}">
      <dsp:nvSpPr>
        <dsp:cNvPr id="0" name=""/>
        <dsp:cNvSpPr/>
      </dsp:nvSpPr>
      <dsp:spPr>
        <a:xfrm>
          <a:off x="0" y="2179589"/>
          <a:ext cx="4358346" cy="636480"/>
        </a:xfrm>
        <a:prstGeom prst="round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Two-Way state</a:t>
          </a:r>
          <a:endParaRPr lang="en-US" sz="1600" kern="1200"/>
        </a:p>
      </dsp:txBody>
      <dsp:txXfrm>
        <a:off x="31070" y="2210659"/>
        <a:ext cx="4296206" cy="574340"/>
      </dsp:txXfrm>
    </dsp:sp>
    <dsp:sp modelId="{45F97646-4F6E-4BBD-BE86-9A0B5C55C62A}">
      <dsp:nvSpPr>
        <dsp:cNvPr id="0" name=""/>
        <dsp:cNvSpPr/>
      </dsp:nvSpPr>
      <dsp:spPr>
        <a:xfrm>
          <a:off x="0" y="2862149"/>
          <a:ext cx="4358346" cy="636480"/>
        </a:xfrm>
        <a:prstGeom prst="round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ExStart state</a:t>
          </a:r>
          <a:endParaRPr lang="en-US" sz="1600" kern="1200"/>
        </a:p>
      </dsp:txBody>
      <dsp:txXfrm>
        <a:off x="31070" y="2893219"/>
        <a:ext cx="4296206" cy="574340"/>
      </dsp:txXfrm>
    </dsp:sp>
    <dsp:sp modelId="{00B4BF3F-1414-461E-B65E-CE9B7C77DA2C}">
      <dsp:nvSpPr>
        <dsp:cNvPr id="0" name=""/>
        <dsp:cNvSpPr/>
      </dsp:nvSpPr>
      <dsp:spPr>
        <a:xfrm>
          <a:off x="0" y="3544709"/>
          <a:ext cx="4358346" cy="636480"/>
        </a:xfrm>
        <a:prstGeom prst="round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Exchange state</a:t>
          </a:r>
          <a:endParaRPr lang="en-US" sz="1600" kern="1200"/>
        </a:p>
      </dsp:txBody>
      <dsp:txXfrm>
        <a:off x="31070" y="3575779"/>
        <a:ext cx="4296206" cy="574340"/>
      </dsp:txXfrm>
    </dsp:sp>
    <dsp:sp modelId="{B1990BF4-333F-4BBE-A6F5-F1447E3937BC}">
      <dsp:nvSpPr>
        <dsp:cNvPr id="0" name=""/>
        <dsp:cNvSpPr/>
      </dsp:nvSpPr>
      <dsp:spPr>
        <a:xfrm>
          <a:off x="0" y="4227269"/>
          <a:ext cx="4358346" cy="636480"/>
        </a:xfrm>
        <a:prstGeom prst="round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Loading state</a:t>
          </a:r>
          <a:endParaRPr lang="en-US" sz="1600" kern="1200"/>
        </a:p>
      </dsp:txBody>
      <dsp:txXfrm>
        <a:off x="31070" y="4258339"/>
        <a:ext cx="4296206" cy="574340"/>
      </dsp:txXfrm>
    </dsp:sp>
    <dsp:sp modelId="{1D912F3E-D870-481B-BC81-FCF88CF1EB3C}">
      <dsp:nvSpPr>
        <dsp:cNvPr id="0" name=""/>
        <dsp:cNvSpPr/>
      </dsp:nvSpPr>
      <dsp:spPr>
        <a:xfrm>
          <a:off x="0" y="4909829"/>
          <a:ext cx="4358346" cy="6364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Full state</a:t>
          </a:r>
          <a:endParaRPr lang="en-US" sz="1600" kern="1200"/>
        </a:p>
      </dsp:txBody>
      <dsp:txXfrm>
        <a:off x="31070" y="4940899"/>
        <a:ext cx="4296206" cy="57434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90590-697A-4A37-9B27-E0919609827F}">
      <dsp:nvSpPr>
        <dsp:cNvPr id="0" name=""/>
        <dsp:cNvSpPr/>
      </dsp:nvSpPr>
      <dsp:spPr>
        <a:xfrm>
          <a:off x="0" y="308309"/>
          <a:ext cx="4358346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When an OSPF router is initially connected to a network, it attempts to:</a:t>
          </a:r>
          <a:endParaRPr lang="en-US" sz="2000" kern="1200"/>
        </a:p>
      </dsp:txBody>
      <dsp:txXfrm>
        <a:off x="38838" y="347147"/>
        <a:ext cx="4280670" cy="717924"/>
      </dsp:txXfrm>
    </dsp:sp>
    <dsp:sp modelId="{9F8140B8-CFD1-4476-88A7-26C2CF26AFB4}">
      <dsp:nvSpPr>
        <dsp:cNvPr id="0" name=""/>
        <dsp:cNvSpPr/>
      </dsp:nvSpPr>
      <dsp:spPr>
        <a:xfrm>
          <a:off x="0" y="1161509"/>
          <a:ext cx="4358346" cy="79560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Create adjacencies with neighbours (HELLO..)</a:t>
          </a:r>
          <a:endParaRPr lang="en-US" sz="2000" kern="1200"/>
        </a:p>
      </dsp:txBody>
      <dsp:txXfrm>
        <a:off x="38838" y="1200347"/>
        <a:ext cx="4280670" cy="717924"/>
      </dsp:txXfrm>
    </dsp:sp>
    <dsp:sp modelId="{602BA2CE-5E93-4B54-B5F5-9B7B82126998}">
      <dsp:nvSpPr>
        <dsp:cNvPr id="0" name=""/>
        <dsp:cNvSpPr/>
      </dsp:nvSpPr>
      <dsp:spPr>
        <a:xfrm>
          <a:off x="0" y="2014709"/>
          <a:ext cx="4358346" cy="79560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Exchange routing information (LSAs)</a:t>
          </a:r>
          <a:endParaRPr lang="en-US" sz="2000" kern="1200"/>
        </a:p>
      </dsp:txBody>
      <dsp:txXfrm>
        <a:off x="38838" y="2053547"/>
        <a:ext cx="4280670" cy="717924"/>
      </dsp:txXfrm>
    </dsp:sp>
    <dsp:sp modelId="{8EF4CFB0-E47B-4FF6-95B8-DA27F6E1D6DA}">
      <dsp:nvSpPr>
        <dsp:cNvPr id="0" name=""/>
        <dsp:cNvSpPr/>
      </dsp:nvSpPr>
      <dsp:spPr>
        <a:xfrm>
          <a:off x="0" y="2867909"/>
          <a:ext cx="4358346" cy="79560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Build Topology (LSDB)</a:t>
          </a:r>
          <a:endParaRPr lang="en-US" sz="2000" kern="1200"/>
        </a:p>
      </dsp:txBody>
      <dsp:txXfrm>
        <a:off x="38838" y="2906747"/>
        <a:ext cx="4280670" cy="717924"/>
      </dsp:txXfrm>
    </dsp:sp>
    <dsp:sp modelId="{F2054885-F42C-482C-827E-48BB44D43080}">
      <dsp:nvSpPr>
        <dsp:cNvPr id="0" name=""/>
        <dsp:cNvSpPr/>
      </dsp:nvSpPr>
      <dsp:spPr>
        <a:xfrm>
          <a:off x="0" y="3721109"/>
          <a:ext cx="4358346" cy="79560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Calculate the best routes (SPF)</a:t>
          </a:r>
          <a:endParaRPr lang="en-US" sz="2000" kern="1200"/>
        </a:p>
      </dsp:txBody>
      <dsp:txXfrm>
        <a:off x="38838" y="3759947"/>
        <a:ext cx="4280670" cy="717924"/>
      </dsp:txXfrm>
    </dsp:sp>
    <dsp:sp modelId="{F99AFBAB-44CA-4C15-BDE8-193C66C60DDD}">
      <dsp:nvSpPr>
        <dsp:cNvPr id="0" name=""/>
        <dsp:cNvSpPr/>
      </dsp:nvSpPr>
      <dsp:spPr>
        <a:xfrm>
          <a:off x="0" y="4574309"/>
          <a:ext cx="4358346" cy="7956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Reach convergence</a:t>
          </a:r>
          <a:endParaRPr lang="en-US" sz="2000" kern="1200"/>
        </a:p>
      </dsp:txBody>
      <dsp:txXfrm>
        <a:off x="38838" y="4613147"/>
        <a:ext cx="4280670" cy="71792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977CD-3135-4A2B-9232-A4E94BA3C9F2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C33ED-020E-44F5-A403-702203714943}">
      <dsp:nvSpPr>
        <dsp:cNvPr id="0" name=""/>
        <dsp:cNvSpPr/>
      </dsp:nvSpPr>
      <dsp:spPr>
        <a:xfrm>
          <a:off x="0" y="2772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sh ip protocols</a:t>
          </a:r>
          <a:endParaRPr lang="en-US" sz="3800" kern="1200"/>
        </a:p>
      </dsp:txBody>
      <dsp:txXfrm>
        <a:off x="0" y="2772"/>
        <a:ext cx="4358346" cy="945445"/>
      </dsp:txXfrm>
    </dsp:sp>
    <dsp:sp modelId="{E26B4A9D-6172-43A4-B350-879B1B46EDB0}">
      <dsp:nvSpPr>
        <dsp:cNvPr id="0" name=""/>
        <dsp:cNvSpPr/>
      </dsp:nvSpPr>
      <dsp:spPr>
        <a:xfrm>
          <a:off x="0" y="948218"/>
          <a:ext cx="43583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A5066-3F70-4F98-8263-6680BBCD4CE9}">
      <dsp:nvSpPr>
        <dsp:cNvPr id="0" name=""/>
        <dsp:cNvSpPr/>
      </dsp:nvSpPr>
      <dsp:spPr>
        <a:xfrm>
          <a:off x="0" y="948218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sh ip ospf</a:t>
          </a:r>
          <a:endParaRPr lang="en-US" sz="3800" kern="1200"/>
        </a:p>
      </dsp:txBody>
      <dsp:txXfrm>
        <a:off x="0" y="948218"/>
        <a:ext cx="4358346" cy="945445"/>
      </dsp:txXfrm>
    </dsp:sp>
    <dsp:sp modelId="{1FCF569B-C88B-4495-9CE8-8BA5CBAD8453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BFC83-0272-471B-869F-B398B6147EFC}">
      <dsp:nvSpPr>
        <dsp:cNvPr id="0" name=""/>
        <dsp:cNvSpPr/>
      </dsp:nvSpPr>
      <dsp:spPr>
        <a:xfrm>
          <a:off x="0" y="1893663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sh ip ospf int </a:t>
          </a:r>
          <a:endParaRPr lang="en-US" sz="3800" kern="1200"/>
        </a:p>
      </dsp:txBody>
      <dsp:txXfrm>
        <a:off x="0" y="1893663"/>
        <a:ext cx="4358346" cy="945445"/>
      </dsp:txXfrm>
    </dsp:sp>
    <dsp:sp modelId="{5BD8143B-1CFF-403C-99C6-BCC4C2BDF7A5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74766-24E6-49D2-8946-C6FAE5AAD343}">
      <dsp:nvSpPr>
        <dsp:cNvPr id="0" name=""/>
        <dsp:cNvSpPr/>
      </dsp:nvSpPr>
      <dsp:spPr>
        <a:xfrm>
          <a:off x="0" y="2839109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Debug ip ospf spf</a:t>
          </a:r>
          <a:endParaRPr lang="en-US" sz="3800" kern="1200"/>
        </a:p>
      </dsp:txBody>
      <dsp:txXfrm>
        <a:off x="0" y="2839109"/>
        <a:ext cx="4358346" cy="945445"/>
      </dsp:txXfrm>
    </dsp:sp>
    <dsp:sp modelId="{5468BC8E-8DED-4C79-AC9D-24617E9510D2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CF0D1-6C71-48D9-8AE1-5C7F48E02822}">
      <dsp:nvSpPr>
        <dsp:cNvPr id="0" name=""/>
        <dsp:cNvSpPr/>
      </dsp:nvSpPr>
      <dsp:spPr>
        <a:xfrm>
          <a:off x="0" y="3784555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sh ip ospf neighbour</a:t>
          </a:r>
          <a:endParaRPr lang="en-US" sz="3800" kern="1200"/>
        </a:p>
      </dsp:txBody>
      <dsp:txXfrm>
        <a:off x="0" y="3784555"/>
        <a:ext cx="4358346" cy="945445"/>
      </dsp:txXfrm>
    </dsp:sp>
    <dsp:sp modelId="{C9C1AF24-020A-4407-8FDE-81192A3FDF79}">
      <dsp:nvSpPr>
        <dsp:cNvPr id="0" name=""/>
        <dsp:cNvSpPr/>
      </dsp:nvSpPr>
      <dsp:spPr>
        <a:xfrm>
          <a:off x="0" y="4730000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968D7-935F-45F2-873D-74E156831B3B}">
      <dsp:nvSpPr>
        <dsp:cNvPr id="0" name=""/>
        <dsp:cNvSpPr/>
      </dsp:nvSpPr>
      <dsp:spPr>
        <a:xfrm>
          <a:off x="0" y="4730000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sh ip ospf database</a:t>
          </a:r>
          <a:endParaRPr lang="en-US" sz="3800" kern="1200"/>
        </a:p>
      </dsp:txBody>
      <dsp:txXfrm>
        <a:off x="0" y="4730000"/>
        <a:ext cx="4358346" cy="945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26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58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01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64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03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2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8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97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51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66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15746-B2F0-4F79-9222-ECDD716603C4}" type="datetimeFigureOut">
              <a:rPr lang="en-GB" smtClean="0"/>
              <a:pPr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53169-3268-48B9-B1FE-10CA7F9248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6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OSPF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394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OSPF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Open shortest path first</a:t>
            </a:r>
          </a:p>
          <a:p>
            <a:r>
              <a:rPr lang="en-GB" dirty="0"/>
              <a:t>Open Shortest Path First (OSPF) is a link-state routing protocol that was developed as a replacement for the distance vector routing protocol, RIP. </a:t>
            </a:r>
          </a:p>
          <a:p>
            <a:r>
              <a:rPr lang="en-GB" dirty="0"/>
              <a:t>RIP is only used for initial teaching of Routing protocols.</a:t>
            </a:r>
          </a:p>
        </p:txBody>
      </p:sp>
    </p:spTree>
    <p:extLst>
      <p:ext uri="{BB962C8B-B14F-4D97-AF65-F5344CB8AC3E}">
        <p14:creationId xmlns:p14="http://schemas.microsoft.com/office/powerpoint/2010/main" val="40992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RIP was an acceptable routing protocol in the early days of networking and the Internet. </a:t>
            </a:r>
          </a:p>
          <a:p>
            <a:r>
              <a:rPr lang="en-GB" dirty="0"/>
              <a:t>However, RIP's reliance on hop count as the only metric for determining best route quickly became problematic. </a:t>
            </a:r>
          </a:p>
          <a:p>
            <a:r>
              <a:rPr lang="en-GB" u="sng" dirty="0"/>
              <a:t>Using hop count does not scale well in larger networks with multiple paths of varying speeds.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2301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Administrative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Administrative distance (AD) is the trustworthiness (or preference) of the route source.</a:t>
            </a:r>
          </a:p>
          <a:p>
            <a:r>
              <a:rPr lang="en-GB" dirty="0"/>
              <a:t>OSPF has a default administrative distance of 110. </a:t>
            </a:r>
          </a:p>
          <a:p>
            <a:r>
              <a:rPr lang="en-GB" dirty="0"/>
              <a:t>OSPF is preferred over IS-IS and RIP.</a:t>
            </a:r>
          </a:p>
          <a:p>
            <a:r>
              <a:rPr lang="en-GB" dirty="0"/>
              <a:t>Connected is the best AD =0, most secure.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124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have AD??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Administrative distance is the feature that routers use in order to select the; </a:t>
            </a:r>
          </a:p>
          <a:p>
            <a:r>
              <a:rPr lang="en-IE" dirty="0"/>
              <a:t>best path when there are </a:t>
            </a:r>
          </a:p>
          <a:p>
            <a:r>
              <a:rPr lang="en-IE" u="sng" dirty="0"/>
              <a:t>two or more </a:t>
            </a:r>
            <a:r>
              <a:rPr lang="en-IE" dirty="0"/>
              <a:t>different routes to the same destination from </a:t>
            </a:r>
          </a:p>
          <a:p>
            <a:r>
              <a:rPr lang="en-IE" u="sng" dirty="0"/>
              <a:t>two different </a:t>
            </a:r>
            <a:r>
              <a:rPr lang="en-IE" dirty="0"/>
              <a:t>routing protocols.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Administrative distance defines the reliability of a routing protocol.</a:t>
            </a:r>
          </a:p>
          <a:p>
            <a:r>
              <a:rPr lang="en-IE" dirty="0"/>
              <a:t>Each routing protocol is prioritised in order of most to least reliable (believable) with the help of an administrative distance value.</a:t>
            </a:r>
          </a:p>
          <a:p>
            <a:pPr marL="0" indent="0">
              <a:buNone/>
            </a:pPr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Different ADs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6821" y="1857400"/>
            <a:ext cx="5419311" cy="31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79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474011-A49D-4C7A-BF41-0ACD0A26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B97BA-ECAA-B05F-93A8-426C66F4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444332"/>
            <a:ext cx="2668849" cy="1645920"/>
          </a:xfrm>
        </p:spPr>
        <p:txBody>
          <a:bodyPr>
            <a:normAutofit/>
          </a:bodyPr>
          <a:lstStyle/>
          <a:p>
            <a:r>
              <a:rPr lang="en-IE" sz="2800" dirty="0"/>
              <a:t>Routing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53265E-3291-B58A-4475-00A5DE54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904329"/>
            <a:ext cx="8373618" cy="255081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F588F1-8A95-7728-CC2C-49CA135D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930" y="4440602"/>
            <a:ext cx="4505706" cy="164592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This Autonomous System is running RIP.</a:t>
            </a:r>
          </a:p>
          <a:p>
            <a:r>
              <a:rPr lang="en-US" sz="1600" dirty="0"/>
              <a:t>This is the output from the command</a:t>
            </a:r>
          </a:p>
          <a:p>
            <a:r>
              <a:rPr lang="en-US" sz="1600" dirty="0" err="1"/>
              <a:t>sh</a:t>
            </a:r>
            <a:r>
              <a:rPr lang="en-US" sz="1600" dirty="0"/>
              <a:t> </a:t>
            </a:r>
            <a:r>
              <a:rPr lang="en-US" sz="1600" dirty="0" err="1"/>
              <a:t>ip</a:t>
            </a:r>
            <a:r>
              <a:rPr lang="en-US" sz="1600" dirty="0"/>
              <a:t> route</a:t>
            </a:r>
          </a:p>
        </p:txBody>
      </p:sp>
    </p:spTree>
    <p:extLst>
      <p:ext uri="{BB962C8B-B14F-4D97-AF65-F5344CB8AC3E}">
        <p14:creationId xmlns:p14="http://schemas.microsoft.com/office/powerpoint/2010/main" val="200986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Convergence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OSPF has significant advantages over RIP in that it offers </a:t>
            </a:r>
            <a:r>
              <a:rPr lang="en-GB" u="sng" dirty="0"/>
              <a:t>faster convergence </a:t>
            </a:r>
            <a:r>
              <a:rPr lang="en-GB" dirty="0"/>
              <a:t>and scales to much larger network implementations.</a:t>
            </a:r>
          </a:p>
          <a:p>
            <a:r>
              <a:rPr lang="en-GB" dirty="0"/>
              <a:t>OSPF is a </a:t>
            </a:r>
            <a:r>
              <a:rPr lang="en-GB" u="sng" dirty="0"/>
              <a:t>classless</a:t>
            </a:r>
            <a:r>
              <a:rPr lang="en-GB" dirty="0"/>
              <a:t> routing protocol that uses the concept of areas for </a:t>
            </a:r>
            <a:r>
              <a:rPr lang="en-GB" u="sng" dirty="0"/>
              <a:t>scalability</a:t>
            </a:r>
            <a:r>
              <a:rPr lang="en-GB" dirty="0"/>
              <a:t>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22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OSPF Features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endParaRPr lang="en-GB"/>
          </a:p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Classless - It is classless by design; therefore, it supports VLSM and CIDR.</a:t>
            </a:r>
          </a:p>
          <a:p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Efficient - Routing changes trigger routing updates (no periodic updates). It uses the SPF algorithm to choose the best path.</a:t>
            </a:r>
          </a:p>
          <a:p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Fast convergence - It quickly propagates network changes.</a:t>
            </a:r>
          </a:p>
          <a:p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Scalable - It works well in small and large network sizes. Routers can be grouped into areas to support a hierarchical system.</a:t>
            </a:r>
          </a:p>
          <a:p>
            <a:pPr marL="0" indent="0">
              <a:buNone/>
            </a:pPr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Secure - It supports Message Digest 5 (MD5) authentication.</a:t>
            </a: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	 When enabled, OSPF routers only accept encrypted routing 		updates from peers with the same pre-shared password.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18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All routing protocols share similar components. They all use:</a:t>
            </a:r>
          </a:p>
          <a:p>
            <a:r>
              <a:rPr lang="en-GB" dirty="0"/>
              <a:t>(1) Routing protocol </a:t>
            </a:r>
            <a:r>
              <a:rPr lang="en-GB" u="sng" dirty="0"/>
              <a:t>messages </a:t>
            </a:r>
            <a:r>
              <a:rPr lang="en-GB" dirty="0"/>
              <a:t>to exchange 	route information. </a:t>
            </a:r>
          </a:p>
          <a:p>
            <a:pPr lvl="2"/>
            <a:r>
              <a:rPr lang="en-GB" dirty="0"/>
              <a:t>The messages help build</a:t>
            </a:r>
          </a:p>
          <a:p>
            <a:r>
              <a:rPr lang="en-GB" dirty="0"/>
              <a:t>(2) Data structures, </a:t>
            </a:r>
          </a:p>
          <a:p>
            <a:pPr lvl="2"/>
            <a:r>
              <a:rPr lang="en-GB" dirty="0"/>
              <a:t>which are then processed using a </a:t>
            </a:r>
          </a:p>
          <a:p>
            <a:r>
              <a:rPr lang="en-GB" dirty="0"/>
              <a:t>(3) Routing algorithm.</a:t>
            </a:r>
          </a:p>
        </p:txBody>
      </p:sp>
    </p:spTree>
    <p:extLst>
      <p:ext uri="{BB962C8B-B14F-4D97-AF65-F5344CB8AC3E}">
        <p14:creationId xmlns:p14="http://schemas.microsoft.com/office/powerpoint/2010/main" val="411232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So, the 3 main components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926A4BE-B4B6-7F1B-5543-E58DA2726A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8063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700" b="1">
                <a:solidFill>
                  <a:srgbClr val="FFFFFF"/>
                </a:solidFill>
              </a:rPr>
              <a:t>3 Data Structures</a:t>
            </a:r>
            <a:br>
              <a:rPr lang="en-GB" sz="3700">
                <a:solidFill>
                  <a:srgbClr val="FFFFFF"/>
                </a:solidFill>
              </a:rPr>
            </a:br>
            <a:endParaRPr lang="en-GB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2700"/>
          </a:p>
          <a:p>
            <a:pPr>
              <a:lnSpc>
                <a:spcPct val="90000"/>
              </a:lnSpc>
            </a:pPr>
            <a:r>
              <a:rPr lang="en-GB" sz="2700"/>
              <a:t>OSPF creates and maintains </a:t>
            </a:r>
            <a:r>
              <a:rPr lang="en-GB" sz="2700" b="1" u="sng"/>
              <a:t>3</a:t>
            </a:r>
            <a:r>
              <a:rPr lang="en-GB" sz="2700"/>
              <a:t> databases: </a:t>
            </a:r>
          </a:p>
          <a:p>
            <a:pPr>
              <a:lnSpc>
                <a:spcPct val="90000"/>
              </a:lnSpc>
            </a:pPr>
            <a:r>
              <a:rPr lang="en-GB" sz="2700" b="1"/>
              <a:t>Adjacency database </a:t>
            </a:r>
            <a:r>
              <a:rPr lang="en-GB" sz="2700"/>
              <a:t>- Creates the neighbour table.</a:t>
            </a:r>
          </a:p>
          <a:p>
            <a:pPr>
              <a:lnSpc>
                <a:spcPct val="90000"/>
              </a:lnSpc>
            </a:pPr>
            <a:r>
              <a:rPr lang="en-GB" sz="2700" b="1"/>
              <a:t>Link-state database (LSDB) </a:t>
            </a:r>
            <a:r>
              <a:rPr lang="en-GB" sz="2700"/>
              <a:t>- Creates the topology table.</a:t>
            </a:r>
          </a:p>
          <a:p>
            <a:pPr>
              <a:lnSpc>
                <a:spcPct val="90000"/>
              </a:lnSpc>
            </a:pPr>
            <a:r>
              <a:rPr lang="en-GB" sz="2700" b="1"/>
              <a:t>Forwarding database </a:t>
            </a:r>
            <a:r>
              <a:rPr lang="en-GB" sz="2700"/>
              <a:t>- Creates the routing table.</a:t>
            </a:r>
          </a:p>
          <a:p>
            <a:pPr>
              <a:lnSpc>
                <a:spcPct val="90000"/>
              </a:lnSpc>
            </a:pPr>
            <a:endParaRPr lang="en-GB" sz="2700"/>
          </a:p>
          <a:p>
            <a:pPr marL="0" indent="0">
              <a:lnSpc>
                <a:spcPct val="90000"/>
              </a:lnSpc>
              <a:buNone/>
            </a:pPr>
            <a:r>
              <a:rPr lang="en-GB" sz="2700"/>
              <a:t>These tables contain a list of neighbouring routers to exchange routing information with.</a:t>
            </a:r>
          </a:p>
          <a:p>
            <a:pPr>
              <a:lnSpc>
                <a:spcPct val="90000"/>
              </a:lnSpc>
            </a:pPr>
            <a:endParaRPr lang="en-GB" sz="2700"/>
          </a:p>
        </p:txBody>
      </p:sp>
    </p:spTree>
    <p:extLst>
      <p:ext uri="{BB962C8B-B14F-4D97-AF65-F5344CB8AC3E}">
        <p14:creationId xmlns:p14="http://schemas.microsoft.com/office/powerpoint/2010/main" val="14679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40918" y="1966293"/>
            <a:ext cx="686216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82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/>
              <a:t>Routing Protocol Messages</a:t>
            </a:r>
            <a:br>
              <a:rPr lang="en-GB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31" y="105273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OSPF exchanges messages to convey routing information using </a:t>
            </a:r>
            <a:r>
              <a:rPr lang="en-GB" sz="3900" b="1" u="sng" dirty="0"/>
              <a:t>5</a:t>
            </a:r>
            <a:r>
              <a:rPr lang="en-GB" dirty="0"/>
              <a:t> types of packets. </a:t>
            </a:r>
          </a:p>
          <a:p>
            <a:r>
              <a:rPr lang="en-GB" dirty="0"/>
              <a:t>Hello packet</a:t>
            </a:r>
          </a:p>
          <a:p>
            <a:r>
              <a:rPr lang="en-GB" dirty="0"/>
              <a:t>Database description packet</a:t>
            </a:r>
          </a:p>
          <a:p>
            <a:r>
              <a:rPr lang="en-GB" dirty="0">
                <a:solidFill>
                  <a:srgbClr val="00B0F0"/>
                </a:solidFill>
              </a:rPr>
              <a:t>Link-state request packet</a:t>
            </a:r>
          </a:p>
          <a:p>
            <a:r>
              <a:rPr lang="en-GB" dirty="0">
                <a:solidFill>
                  <a:srgbClr val="00B0F0"/>
                </a:solidFill>
              </a:rPr>
              <a:t>Link-state update packet</a:t>
            </a:r>
          </a:p>
          <a:p>
            <a:r>
              <a:rPr lang="en-GB" dirty="0">
                <a:solidFill>
                  <a:srgbClr val="00B0F0"/>
                </a:solidFill>
              </a:rPr>
              <a:t>Link-state acknowledgment packet</a:t>
            </a:r>
          </a:p>
          <a:p>
            <a:endParaRPr lang="en-GB" dirty="0">
              <a:solidFill>
                <a:srgbClr val="00B0F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068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all these packets??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packets are used to discover neighbouring routers and also to exchange routing information to maintain accurate information about the network.</a:t>
            </a:r>
            <a:endParaRPr lang="en-I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 b="1">
                <a:solidFill>
                  <a:srgbClr val="FFFFFF"/>
                </a:solidFill>
              </a:rPr>
              <a:t>Algorithm</a:t>
            </a:r>
            <a:br>
              <a:rPr lang="en-GB" sz="3500">
                <a:solidFill>
                  <a:srgbClr val="FFFFFF"/>
                </a:solidFill>
              </a:rPr>
            </a:br>
            <a:endParaRPr lang="en-GB" sz="35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0F2AF46-5D3D-ABAC-7004-5C2D0E3AB3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28666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84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500">
                <a:solidFill>
                  <a:srgbClr val="FFFFFF"/>
                </a:solidFill>
              </a:rPr>
              <a:t>I am at the top of the tree!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3199AF-78B2-E90A-2F9D-01ED2E6B5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95427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1297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200">
                <a:solidFill>
                  <a:srgbClr val="FFFFFF"/>
                </a:solidFill>
              </a:rPr>
              <a:t>Need fast Convergence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0E6E81-3A7B-D79A-8D8B-4D5CB53E7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5209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1871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200">
                <a:solidFill>
                  <a:srgbClr val="FFFFFF"/>
                </a:solidFill>
              </a:rPr>
              <a:t>OSPF Steps to Convergence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3156F7-98D8-1FD4-BEC7-8EC042F9B7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1619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2926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500">
                <a:solidFill>
                  <a:srgbClr val="FFFFFF"/>
                </a:solidFill>
              </a:rPr>
              <a:t>Are you OSPF????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37C181-9001-636B-0719-583309B50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7769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9936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23628" y="1628800"/>
            <a:ext cx="6696743" cy="47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2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2500">
                <a:solidFill>
                  <a:srgbClr val="FFFFFF"/>
                </a:solidFill>
              </a:rPr>
              <a:t>Exchange Link-State Advertisements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5B9B66-A8D7-59FB-71B4-584291DBC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64293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3970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Flood system with LSAs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82987" y="1156221"/>
            <a:ext cx="5085525" cy="454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92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700">
                <a:solidFill>
                  <a:srgbClr val="FFFFFF"/>
                </a:solidFill>
              </a:rPr>
              <a:t>Build the Topology Table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667654-C19D-A569-F6EC-77D9CD245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89844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9236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9592" y="620688"/>
            <a:ext cx="705678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48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300">
                <a:solidFill>
                  <a:srgbClr val="FFFFFF"/>
                </a:solidFill>
              </a:rPr>
              <a:t>Execute the SPF Algorithm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551CC3-60AF-69BB-A7C2-ECA14D781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69776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079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27584" y="620689"/>
            <a:ext cx="7632847" cy="528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42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700">
                <a:solidFill>
                  <a:srgbClr val="FFFFFF"/>
                </a:solidFill>
              </a:rPr>
              <a:t>Best Path Entered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736FE-5BF8-5DA4-FAE6-86EB3A748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9757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0476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38"/>
            <a:ext cx="8363272" cy="5674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6732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>
                <a:solidFill>
                  <a:srgbClr val="FFFFFF"/>
                </a:solidFill>
              </a:rPr>
              <a:t>LSDB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D81D5B-8F2E-74B5-D133-99A2EA614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66534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602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Areas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1339B7-D1BD-392C-4841-13C2B1085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19083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4664"/>
            <a:ext cx="8363272" cy="5458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87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>
                <a:solidFill>
                  <a:srgbClr val="FFFFFF"/>
                </a:solidFill>
              </a:rPr>
              <a:t>Why Multi-area?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397DB1-4E70-E1D6-63B1-58998EBFD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22174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143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>
                <a:solidFill>
                  <a:srgbClr val="FFFFFF"/>
                </a:solidFill>
              </a:rPr>
              <a:t>Why Multi-area?</a:t>
            </a:r>
            <a:endParaRPr lang="en-IE" sz="4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639AE6-2682-805C-43A3-4D595F79A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48789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4714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3600">
                <a:solidFill>
                  <a:srgbClr val="FFFFFF"/>
                </a:solidFill>
              </a:rPr>
              <a:t>Configuring OSPF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23A0CED-E6BA-FE52-655A-38DD233D7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73141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4213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7992888" cy="5721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9419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00200"/>
            <a:ext cx="8208912" cy="3556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35489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2900">
                <a:solidFill>
                  <a:srgbClr val="FFFFFF"/>
                </a:solidFill>
              </a:rPr>
              <a:t>Cost….Metric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9AC35-92F6-2694-F7A3-642F8BE38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33575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9066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OSPF uses cost as a metric.</a:t>
            </a:r>
          </a:p>
          <a:p>
            <a:r>
              <a:rPr lang="en-GB" dirty="0"/>
              <a:t>A </a:t>
            </a:r>
            <a:r>
              <a:rPr lang="en-GB" u="sng" dirty="0"/>
              <a:t>lower cost </a:t>
            </a:r>
            <a:r>
              <a:rPr lang="en-GB" dirty="0"/>
              <a:t>indicates a </a:t>
            </a:r>
            <a:r>
              <a:rPr lang="en-GB" u="sng" dirty="0"/>
              <a:t>better path </a:t>
            </a:r>
            <a:r>
              <a:rPr lang="en-GB" dirty="0"/>
              <a:t>than a higher cost.</a:t>
            </a:r>
          </a:p>
          <a:p>
            <a:r>
              <a:rPr lang="en-GB" dirty="0"/>
              <a:t>The cost of an interface is inversely proportional to the bandwidth of the interface. </a:t>
            </a:r>
          </a:p>
        </p:txBody>
      </p:sp>
    </p:spTree>
    <p:extLst>
      <p:ext uri="{BB962C8B-B14F-4D97-AF65-F5344CB8AC3E}">
        <p14:creationId xmlns:p14="http://schemas.microsoft.com/office/powerpoint/2010/main" val="1296369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Cost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3E19586-AEE0-7F97-231F-65C527F51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47104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178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OSPF cost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2408040-E73C-3044-4798-633732045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89785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4234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3300">
                <a:solidFill>
                  <a:srgbClr val="FFFFFF"/>
                </a:solidFill>
              </a:rPr>
              <a:t>Reference bandwidth = 100,000,000 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1AB020A-BE51-CC41-D5F0-1B297DA77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13506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1195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E" sz="4300"/>
              <a:t>Reference bandwidth changes….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830629 w 4480560"/>
              <a:gd name="connsiteY3" fmla="*/ 0 h 13716"/>
              <a:gd name="connsiteX4" fmla="*/ 2425903 w 4480560"/>
              <a:gd name="connsiteY4" fmla="*/ 0 h 13716"/>
              <a:gd name="connsiteX5" fmla="*/ 3021178 w 4480560"/>
              <a:gd name="connsiteY5" fmla="*/ 0 h 13716"/>
              <a:gd name="connsiteX6" fmla="*/ 3750869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930091 w 4480560"/>
              <a:gd name="connsiteY9" fmla="*/ 13716 h 13716"/>
              <a:gd name="connsiteX10" fmla="*/ 3290011 w 4480560"/>
              <a:gd name="connsiteY10" fmla="*/ 13716 h 13716"/>
              <a:gd name="connsiteX11" fmla="*/ 2649931 w 4480560"/>
              <a:gd name="connsiteY11" fmla="*/ 13716 h 13716"/>
              <a:gd name="connsiteX12" fmla="*/ 2054657 w 4480560"/>
              <a:gd name="connsiteY12" fmla="*/ 13716 h 13716"/>
              <a:gd name="connsiteX13" fmla="*/ 1324966 w 4480560"/>
              <a:gd name="connsiteY13" fmla="*/ 13716 h 13716"/>
              <a:gd name="connsiteX14" fmla="*/ 595274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IE" sz="1900"/>
              <a:t>To adjust the reference bandwidth use:</a:t>
            </a:r>
          </a:p>
          <a:p>
            <a:r>
              <a:rPr lang="en-IE" sz="1900" b="1"/>
              <a:t>auto-cost reference-bandwidth  </a:t>
            </a:r>
            <a:r>
              <a:rPr lang="en-IE" sz="1900" i="1"/>
              <a:t>Mb/s </a:t>
            </a:r>
            <a:endParaRPr lang="en-IE" sz="1900"/>
          </a:p>
          <a:p>
            <a:r>
              <a:rPr lang="en-IE" sz="1900"/>
              <a:t>This command must be configured on every router in the OSPF domain.</a:t>
            </a:r>
          </a:p>
          <a:p>
            <a:endParaRPr lang="en-IE" sz="1900"/>
          </a:p>
          <a:p>
            <a:r>
              <a:rPr lang="en-IE" sz="1900"/>
              <a:t>Take the</a:t>
            </a:r>
          </a:p>
          <a:p>
            <a:r>
              <a:rPr lang="en-IE" sz="1900"/>
              <a:t> </a:t>
            </a:r>
            <a:r>
              <a:rPr lang="en-IE" sz="1900" u="sng"/>
              <a:t>Reference bandwidth = 100,000,000 </a:t>
            </a:r>
          </a:p>
        </p:txBody>
      </p:sp>
    </p:spTree>
    <p:extLst>
      <p:ext uri="{BB962C8B-B14F-4D97-AF65-F5344CB8AC3E}">
        <p14:creationId xmlns:p14="http://schemas.microsoft.com/office/powerpoint/2010/main" val="1080677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can only be a Natural Number</a:t>
            </a:r>
          </a:p>
        </p:txBody>
      </p:sp>
      <p:pic>
        <p:nvPicPr>
          <p:cNvPr id="4" name="Content Placeholder 3" descr="A table with numbers and a few data&#10;&#10;Description automatically generated with medium confidence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376821" y="1545789"/>
            <a:ext cx="5419311" cy="37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467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404664"/>
            <a:ext cx="7848872" cy="57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719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620688"/>
            <a:ext cx="7931224" cy="543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114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>
                <a:solidFill>
                  <a:srgbClr val="FFFFFF"/>
                </a:solidFill>
              </a:rPr>
              <a:t>Cost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D9D50E8-35B1-EB6F-5099-BC69BA970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00574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798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548680"/>
            <a:ext cx="7704856" cy="531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15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476672"/>
            <a:ext cx="7848872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33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548680"/>
            <a:ext cx="7704856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48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D98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4620" y="643467"/>
            <a:ext cx="681475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8487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Passive Interfaces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GB"/>
              <a:t>There is no need for R1, R2, and R3 to forward OSPF messages out of their </a:t>
            </a:r>
            <a:r>
              <a:rPr lang="en-GB" u="sng"/>
              <a:t>LAN</a:t>
            </a:r>
            <a:r>
              <a:rPr lang="en-GB"/>
              <a:t> interfaces. </a:t>
            </a:r>
          </a:p>
          <a:p>
            <a:r>
              <a:rPr lang="en-GB"/>
              <a:t>So the configuration identifies the R1 G0/0 interface as passive.</a:t>
            </a:r>
          </a:p>
        </p:txBody>
      </p:sp>
    </p:spTree>
    <p:extLst>
      <p:ext uri="{BB962C8B-B14F-4D97-AF65-F5344CB8AC3E}">
        <p14:creationId xmlns:p14="http://schemas.microsoft.com/office/powerpoint/2010/main" val="800860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>
                <a:solidFill>
                  <a:srgbClr val="FFFFFF"/>
                </a:solidFill>
              </a:rPr>
              <a:t>Passive 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79E5BC-E956-61AF-8D95-00D2C993D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73560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8476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6836"/>
            <a:ext cx="7344815" cy="4174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770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E" sz="4700"/>
              <a:t>Why use passive?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  <a:gd name="connsiteX0" fmla="*/ 0 w 5410200"/>
              <a:gd name="connsiteY0" fmla="*/ 0 h 13716"/>
              <a:gd name="connsiteX1" fmla="*/ 622173 w 5410200"/>
              <a:gd name="connsiteY1" fmla="*/ 0 h 13716"/>
              <a:gd name="connsiteX2" fmla="*/ 1136142 w 5410200"/>
              <a:gd name="connsiteY2" fmla="*/ 0 h 13716"/>
              <a:gd name="connsiteX3" fmla="*/ 1920621 w 5410200"/>
              <a:gd name="connsiteY3" fmla="*/ 0 h 13716"/>
              <a:gd name="connsiteX4" fmla="*/ 2542794 w 5410200"/>
              <a:gd name="connsiteY4" fmla="*/ 0 h 13716"/>
              <a:gd name="connsiteX5" fmla="*/ 3164967 w 5410200"/>
              <a:gd name="connsiteY5" fmla="*/ 0 h 13716"/>
              <a:gd name="connsiteX6" fmla="*/ 3949446 w 5410200"/>
              <a:gd name="connsiteY6" fmla="*/ 0 h 13716"/>
              <a:gd name="connsiteX7" fmla="*/ 4517517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165854 w 5410200"/>
              <a:gd name="connsiteY11" fmla="*/ 13716 h 13716"/>
              <a:gd name="connsiteX12" fmla="*/ 3543681 w 5410200"/>
              <a:gd name="connsiteY12" fmla="*/ 13716 h 13716"/>
              <a:gd name="connsiteX13" fmla="*/ 2759202 w 5410200"/>
              <a:gd name="connsiteY13" fmla="*/ 13716 h 13716"/>
              <a:gd name="connsiteX14" fmla="*/ 1974723 w 5410200"/>
              <a:gd name="connsiteY14" fmla="*/ 13716 h 13716"/>
              <a:gd name="connsiteX15" fmla="*/ 1406652 w 5410200"/>
              <a:gd name="connsiteY15" fmla="*/ 13716 h 13716"/>
              <a:gd name="connsiteX16" fmla="*/ 730377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9052" y="2649"/>
                  <a:pt x="5410186" y="9063"/>
                  <a:pt x="5410200" y="13716"/>
                </a:cubicBezTo>
                <a:cubicBezTo>
                  <a:pt x="5133704" y="5182"/>
                  <a:pt x="5123444" y="31477"/>
                  <a:pt x="4842129" y="13716"/>
                </a:cubicBezTo>
                <a:cubicBezTo>
                  <a:pt x="4568650" y="-219"/>
                  <a:pt x="4447390" y="8221"/>
                  <a:pt x="4328160" y="13716"/>
                </a:cubicBezTo>
                <a:cubicBezTo>
                  <a:pt x="4227436" y="28078"/>
                  <a:pt x="3754725" y="-2253"/>
                  <a:pt x="3597783" y="13716"/>
                </a:cubicBezTo>
                <a:cubicBezTo>
                  <a:pt x="3459353" y="10223"/>
                  <a:pt x="3317740" y="47315"/>
                  <a:pt x="3029712" y="13716"/>
                </a:cubicBezTo>
                <a:cubicBezTo>
                  <a:pt x="2766446" y="5245"/>
                  <a:pt x="2645518" y="35922"/>
                  <a:pt x="2299335" y="13716"/>
                </a:cubicBezTo>
                <a:cubicBezTo>
                  <a:pt x="1977844" y="23735"/>
                  <a:pt x="1781583" y="-1801"/>
                  <a:pt x="1514856" y="13716"/>
                </a:cubicBezTo>
                <a:cubicBezTo>
                  <a:pt x="1212648" y="18781"/>
                  <a:pt x="1087880" y="-4407"/>
                  <a:pt x="892683" y="13716"/>
                </a:cubicBezTo>
                <a:cubicBezTo>
                  <a:pt x="745769" y="11772"/>
                  <a:pt x="183254" y="-32062"/>
                  <a:pt x="0" y="13716"/>
                </a:cubicBezTo>
                <a:cubicBezTo>
                  <a:pt x="-907" y="9799"/>
                  <a:pt x="-75" y="7151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10845" y="2936"/>
                  <a:pt x="5409877" y="9829"/>
                  <a:pt x="5410200" y="13716"/>
                </a:cubicBezTo>
                <a:cubicBezTo>
                  <a:pt x="5130880" y="48304"/>
                  <a:pt x="5008082" y="-27188"/>
                  <a:pt x="4842129" y="13716"/>
                </a:cubicBezTo>
                <a:cubicBezTo>
                  <a:pt x="4629232" y="38478"/>
                  <a:pt x="4430159" y="43872"/>
                  <a:pt x="4165854" y="13716"/>
                </a:cubicBezTo>
                <a:cubicBezTo>
                  <a:pt x="3880517" y="17026"/>
                  <a:pt x="3820863" y="-12209"/>
                  <a:pt x="3543681" y="13716"/>
                </a:cubicBezTo>
                <a:cubicBezTo>
                  <a:pt x="3267577" y="39687"/>
                  <a:pt x="3047131" y="-8774"/>
                  <a:pt x="2759202" y="13716"/>
                </a:cubicBezTo>
                <a:cubicBezTo>
                  <a:pt x="2418778" y="17929"/>
                  <a:pt x="2206820" y="-35095"/>
                  <a:pt x="1974723" y="13716"/>
                </a:cubicBezTo>
                <a:cubicBezTo>
                  <a:pt x="1740429" y="35710"/>
                  <a:pt x="1599301" y="34493"/>
                  <a:pt x="1406652" y="13716"/>
                </a:cubicBezTo>
                <a:cubicBezTo>
                  <a:pt x="1196601" y="3966"/>
                  <a:pt x="938578" y="38717"/>
                  <a:pt x="730377" y="13716"/>
                </a:cubicBezTo>
                <a:cubicBezTo>
                  <a:pt x="524173" y="26651"/>
                  <a:pt x="336004" y="-17469"/>
                  <a:pt x="0" y="13716"/>
                </a:cubicBezTo>
                <a:cubicBezTo>
                  <a:pt x="-377" y="9245"/>
                  <a:pt x="1157" y="3819"/>
                  <a:pt x="0" y="0"/>
                </a:cubicBezTo>
                <a:close/>
              </a:path>
              <a:path w="5410200" h="13716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8905" y="2744"/>
                  <a:pt x="5410401" y="9950"/>
                  <a:pt x="5410200" y="13716"/>
                </a:cubicBezTo>
                <a:cubicBezTo>
                  <a:pt x="5139576" y="2947"/>
                  <a:pt x="5122299" y="33775"/>
                  <a:pt x="4842129" y="13716"/>
                </a:cubicBezTo>
                <a:cubicBezTo>
                  <a:pt x="4566356" y="6655"/>
                  <a:pt x="4456854" y="15426"/>
                  <a:pt x="4328160" y="13716"/>
                </a:cubicBezTo>
                <a:cubicBezTo>
                  <a:pt x="4234703" y="-822"/>
                  <a:pt x="3768176" y="-16062"/>
                  <a:pt x="3597783" y="13716"/>
                </a:cubicBezTo>
                <a:cubicBezTo>
                  <a:pt x="3430303" y="10148"/>
                  <a:pt x="3287506" y="20215"/>
                  <a:pt x="3029712" y="13716"/>
                </a:cubicBezTo>
                <a:cubicBezTo>
                  <a:pt x="2742636" y="-2421"/>
                  <a:pt x="2637847" y="18109"/>
                  <a:pt x="2299335" y="13716"/>
                </a:cubicBezTo>
                <a:cubicBezTo>
                  <a:pt x="1959433" y="-7861"/>
                  <a:pt x="1779456" y="37101"/>
                  <a:pt x="1514856" y="13716"/>
                </a:cubicBezTo>
                <a:cubicBezTo>
                  <a:pt x="1212431" y="31797"/>
                  <a:pt x="1086601" y="7282"/>
                  <a:pt x="892683" y="13716"/>
                </a:cubicBezTo>
                <a:cubicBezTo>
                  <a:pt x="721500" y="45800"/>
                  <a:pt x="194249" y="-29802"/>
                  <a:pt x="0" y="13716"/>
                </a:cubicBezTo>
                <a:cubicBezTo>
                  <a:pt x="-508" y="9800"/>
                  <a:pt x="-280" y="682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3716"/>
                      <a:gd name="connsiteX1" fmla="*/ 568071 w 5410200"/>
                      <a:gd name="connsiteY1" fmla="*/ 0 h 13716"/>
                      <a:gd name="connsiteX2" fmla="*/ 1298448 w 5410200"/>
                      <a:gd name="connsiteY2" fmla="*/ 0 h 13716"/>
                      <a:gd name="connsiteX3" fmla="*/ 1920621 w 5410200"/>
                      <a:gd name="connsiteY3" fmla="*/ 0 h 13716"/>
                      <a:gd name="connsiteX4" fmla="*/ 2488692 w 5410200"/>
                      <a:gd name="connsiteY4" fmla="*/ 0 h 13716"/>
                      <a:gd name="connsiteX5" fmla="*/ 3219069 w 5410200"/>
                      <a:gd name="connsiteY5" fmla="*/ 0 h 13716"/>
                      <a:gd name="connsiteX6" fmla="*/ 3895344 w 5410200"/>
                      <a:gd name="connsiteY6" fmla="*/ 0 h 13716"/>
                      <a:gd name="connsiteX7" fmla="*/ 4571619 w 5410200"/>
                      <a:gd name="connsiteY7" fmla="*/ 0 h 13716"/>
                      <a:gd name="connsiteX8" fmla="*/ 5410200 w 5410200"/>
                      <a:gd name="connsiteY8" fmla="*/ 0 h 13716"/>
                      <a:gd name="connsiteX9" fmla="*/ 5410200 w 5410200"/>
                      <a:gd name="connsiteY9" fmla="*/ 13716 h 13716"/>
                      <a:gd name="connsiteX10" fmla="*/ 4842129 w 5410200"/>
                      <a:gd name="connsiteY10" fmla="*/ 13716 h 13716"/>
                      <a:gd name="connsiteX11" fmla="*/ 4328160 w 5410200"/>
                      <a:gd name="connsiteY11" fmla="*/ 13716 h 13716"/>
                      <a:gd name="connsiteX12" fmla="*/ 3597783 w 5410200"/>
                      <a:gd name="connsiteY12" fmla="*/ 13716 h 13716"/>
                      <a:gd name="connsiteX13" fmla="*/ 3029712 w 5410200"/>
                      <a:gd name="connsiteY13" fmla="*/ 13716 h 13716"/>
                      <a:gd name="connsiteX14" fmla="*/ 2299335 w 5410200"/>
                      <a:gd name="connsiteY14" fmla="*/ 13716 h 13716"/>
                      <a:gd name="connsiteX15" fmla="*/ 1514856 w 5410200"/>
                      <a:gd name="connsiteY15" fmla="*/ 13716 h 13716"/>
                      <a:gd name="connsiteX16" fmla="*/ 892683 w 5410200"/>
                      <a:gd name="connsiteY16" fmla="*/ 13716 h 13716"/>
                      <a:gd name="connsiteX17" fmla="*/ 0 w 5410200"/>
                      <a:gd name="connsiteY17" fmla="*/ 13716 h 13716"/>
                      <a:gd name="connsiteX18" fmla="*/ 0 w 5410200"/>
                      <a:gd name="connsiteY1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3716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587" y="2854"/>
                          <a:pt x="5409791" y="9451"/>
                          <a:pt x="5410200" y="13716"/>
                        </a:cubicBezTo>
                        <a:cubicBezTo>
                          <a:pt x="5139060" y="2179"/>
                          <a:pt x="5121593" y="26463"/>
                          <a:pt x="4842129" y="13716"/>
                        </a:cubicBezTo>
                        <a:cubicBezTo>
                          <a:pt x="4562665" y="969"/>
                          <a:pt x="4448273" y="4915"/>
                          <a:pt x="4328160" y="13716"/>
                        </a:cubicBezTo>
                        <a:cubicBezTo>
                          <a:pt x="4208047" y="22517"/>
                          <a:pt x="3760936" y="17995"/>
                          <a:pt x="3597783" y="13716"/>
                        </a:cubicBezTo>
                        <a:cubicBezTo>
                          <a:pt x="3434630" y="9437"/>
                          <a:pt x="3299718" y="28641"/>
                          <a:pt x="3029712" y="13716"/>
                        </a:cubicBezTo>
                        <a:cubicBezTo>
                          <a:pt x="2759706" y="-1209"/>
                          <a:pt x="2640159" y="22822"/>
                          <a:pt x="2299335" y="13716"/>
                        </a:cubicBezTo>
                        <a:cubicBezTo>
                          <a:pt x="1958511" y="4610"/>
                          <a:pt x="1801186" y="24413"/>
                          <a:pt x="1514856" y="13716"/>
                        </a:cubicBezTo>
                        <a:cubicBezTo>
                          <a:pt x="1228526" y="3019"/>
                          <a:pt x="1063509" y="-9877"/>
                          <a:pt x="892683" y="13716"/>
                        </a:cubicBezTo>
                        <a:cubicBezTo>
                          <a:pt x="721857" y="37309"/>
                          <a:pt x="186945" y="-25469"/>
                          <a:pt x="0" y="13716"/>
                        </a:cubicBezTo>
                        <a:cubicBezTo>
                          <a:pt x="-342" y="9537"/>
                          <a:pt x="-97" y="6817"/>
                          <a:pt x="0" y="0"/>
                        </a:cubicBezTo>
                        <a:close/>
                      </a:path>
                      <a:path w="5410200" h="13716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10660" y="2787"/>
                          <a:pt x="5410166" y="9748"/>
                          <a:pt x="5410200" y="13716"/>
                        </a:cubicBezTo>
                        <a:cubicBezTo>
                          <a:pt x="5163327" y="36922"/>
                          <a:pt x="5008749" y="6121"/>
                          <a:pt x="4842129" y="13716"/>
                        </a:cubicBezTo>
                        <a:cubicBezTo>
                          <a:pt x="4675509" y="21311"/>
                          <a:pt x="4433401" y="-5187"/>
                          <a:pt x="4165854" y="13716"/>
                        </a:cubicBezTo>
                        <a:cubicBezTo>
                          <a:pt x="3898308" y="32619"/>
                          <a:pt x="3809032" y="-13282"/>
                          <a:pt x="3543681" y="13716"/>
                        </a:cubicBezTo>
                        <a:cubicBezTo>
                          <a:pt x="3278330" y="40714"/>
                          <a:pt x="3073876" y="-20489"/>
                          <a:pt x="2759202" y="13716"/>
                        </a:cubicBezTo>
                        <a:cubicBezTo>
                          <a:pt x="2444528" y="47921"/>
                          <a:pt x="2204144" y="-1200"/>
                          <a:pt x="1974723" y="13716"/>
                        </a:cubicBezTo>
                        <a:cubicBezTo>
                          <a:pt x="1745302" y="28632"/>
                          <a:pt x="1602335" y="26918"/>
                          <a:pt x="1406652" y="13716"/>
                        </a:cubicBezTo>
                        <a:cubicBezTo>
                          <a:pt x="1210969" y="514"/>
                          <a:pt x="923948" y="-1411"/>
                          <a:pt x="730377" y="13716"/>
                        </a:cubicBezTo>
                        <a:cubicBezTo>
                          <a:pt x="536806" y="28843"/>
                          <a:pt x="336496" y="-4713"/>
                          <a:pt x="0" y="13716"/>
                        </a:cubicBezTo>
                        <a:cubicBezTo>
                          <a:pt x="-535" y="9547"/>
                          <a:pt x="488" y="45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673EC0-F33C-192F-998A-FAC9F0230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31896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90397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</a:t>
            </a:r>
            <a:r>
              <a:rPr lang="en-GB" b="1" dirty="0"/>
              <a:t> show </a:t>
            </a:r>
            <a:r>
              <a:rPr lang="en-GB" b="1" dirty="0" err="1"/>
              <a:t>ip</a:t>
            </a:r>
            <a:r>
              <a:rPr lang="en-GB" b="1" dirty="0"/>
              <a:t> protocols </a:t>
            </a:r>
            <a:r>
              <a:rPr lang="en-GB" dirty="0"/>
              <a:t>command is then used to verify that the Gigabit Ethernet interface was passive.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D273A-3238-45DE-B089-212B60F8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645024"/>
            <a:ext cx="507753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39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F1D6B-E2C9-4376-91DD-185010FA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E" sz="4700"/>
              <a:t>Router can be either.....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  <a:gd name="connsiteX0" fmla="*/ 0 w 5410200"/>
              <a:gd name="connsiteY0" fmla="*/ 0 h 13716"/>
              <a:gd name="connsiteX1" fmla="*/ 622173 w 5410200"/>
              <a:gd name="connsiteY1" fmla="*/ 0 h 13716"/>
              <a:gd name="connsiteX2" fmla="*/ 1136142 w 5410200"/>
              <a:gd name="connsiteY2" fmla="*/ 0 h 13716"/>
              <a:gd name="connsiteX3" fmla="*/ 1920621 w 5410200"/>
              <a:gd name="connsiteY3" fmla="*/ 0 h 13716"/>
              <a:gd name="connsiteX4" fmla="*/ 2542794 w 5410200"/>
              <a:gd name="connsiteY4" fmla="*/ 0 h 13716"/>
              <a:gd name="connsiteX5" fmla="*/ 3164967 w 5410200"/>
              <a:gd name="connsiteY5" fmla="*/ 0 h 13716"/>
              <a:gd name="connsiteX6" fmla="*/ 3949446 w 5410200"/>
              <a:gd name="connsiteY6" fmla="*/ 0 h 13716"/>
              <a:gd name="connsiteX7" fmla="*/ 4517517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165854 w 5410200"/>
              <a:gd name="connsiteY11" fmla="*/ 13716 h 13716"/>
              <a:gd name="connsiteX12" fmla="*/ 3543681 w 5410200"/>
              <a:gd name="connsiteY12" fmla="*/ 13716 h 13716"/>
              <a:gd name="connsiteX13" fmla="*/ 2759202 w 5410200"/>
              <a:gd name="connsiteY13" fmla="*/ 13716 h 13716"/>
              <a:gd name="connsiteX14" fmla="*/ 1974723 w 5410200"/>
              <a:gd name="connsiteY14" fmla="*/ 13716 h 13716"/>
              <a:gd name="connsiteX15" fmla="*/ 1406652 w 5410200"/>
              <a:gd name="connsiteY15" fmla="*/ 13716 h 13716"/>
              <a:gd name="connsiteX16" fmla="*/ 730377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9052" y="2649"/>
                  <a:pt x="5410186" y="9063"/>
                  <a:pt x="5410200" y="13716"/>
                </a:cubicBezTo>
                <a:cubicBezTo>
                  <a:pt x="5133704" y="5182"/>
                  <a:pt x="5123444" y="31477"/>
                  <a:pt x="4842129" y="13716"/>
                </a:cubicBezTo>
                <a:cubicBezTo>
                  <a:pt x="4568650" y="-219"/>
                  <a:pt x="4447390" y="8221"/>
                  <a:pt x="4328160" y="13716"/>
                </a:cubicBezTo>
                <a:cubicBezTo>
                  <a:pt x="4227436" y="28078"/>
                  <a:pt x="3754725" y="-2253"/>
                  <a:pt x="3597783" y="13716"/>
                </a:cubicBezTo>
                <a:cubicBezTo>
                  <a:pt x="3459353" y="10223"/>
                  <a:pt x="3317740" y="47315"/>
                  <a:pt x="3029712" y="13716"/>
                </a:cubicBezTo>
                <a:cubicBezTo>
                  <a:pt x="2766446" y="5245"/>
                  <a:pt x="2645518" y="35922"/>
                  <a:pt x="2299335" y="13716"/>
                </a:cubicBezTo>
                <a:cubicBezTo>
                  <a:pt x="1977844" y="23735"/>
                  <a:pt x="1781583" y="-1801"/>
                  <a:pt x="1514856" y="13716"/>
                </a:cubicBezTo>
                <a:cubicBezTo>
                  <a:pt x="1212648" y="18781"/>
                  <a:pt x="1087880" y="-4407"/>
                  <a:pt x="892683" y="13716"/>
                </a:cubicBezTo>
                <a:cubicBezTo>
                  <a:pt x="745769" y="11772"/>
                  <a:pt x="183254" y="-32062"/>
                  <a:pt x="0" y="13716"/>
                </a:cubicBezTo>
                <a:cubicBezTo>
                  <a:pt x="-907" y="9799"/>
                  <a:pt x="-75" y="7151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10845" y="2936"/>
                  <a:pt x="5409877" y="9829"/>
                  <a:pt x="5410200" y="13716"/>
                </a:cubicBezTo>
                <a:cubicBezTo>
                  <a:pt x="5130880" y="48304"/>
                  <a:pt x="5008082" y="-27188"/>
                  <a:pt x="4842129" y="13716"/>
                </a:cubicBezTo>
                <a:cubicBezTo>
                  <a:pt x="4629232" y="38478"/>
                  <a:pt x="4430159" y="43872"/>
                  <a:pt x="4165854" y="13716"/>
                </a:cubicBezTo>
                <a:cubicBezTo>
                  <a:pt x="3880517" y="17026"/>
                  <a:pt x="3820863" y="-12209"/>
                  <a:pt x="3543681" y="13716"/>
                </a:cubicBezTo>
                <a:cubicBezTo>
                  <a:pt x="3267577" y="39687"/>
                  <a:pt x="3047131" y="-8774"/>
                  <a:pt x="2759202" y="13716"/>
                </a:cubicBezTo>
                <a:cubicBezTo>
                  <a:pt x="2418778" y="17929"/>
                  <a:pt x="2206820" y="-35095"/>
                  <a:pt x="1974723" y="13716"/>
                </a:cubicBezTo>
                <a:cubicBezTo>
                  <a:pt x="1740429" y="35710"/>
                  <a:pt x="1599301" y="34493"/>
                  <a:pt x="1406652" y="13716"/>
                </a:cubicBezTo>
                <a:cubicBezTo>
                  <a:pt x="1196601" y="3966"/>
                  <a:pt x="938578" y="38717"/>
                  <a:pt x="730377" y="13716"/>
                </a:cubicBezTo>
                <a:cubicBezTo>
                  <a:pt x="524173" y="26651"/>
                  <a:pt x="336004" y="-17469"/>
                  <a:pt x="0" y="13716"/>
                </a:cubicBezTo>
                <a:cubicBezTo>
                  <a:pt x="-377" y="9245"/>
                  <a:pt x="1157" y="3819"/>
                  <a:pt x="0" y="0"/>
                </a:cubicBezTo>
                <a:close/>
              </a:path>
              <a:path w="5410200" h="13716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8905" y="2744"/>
                  <a:pt x="5410401" y="9950"/>
                  <a:pt x="5410200" y="13716"/>
                </a:cubicBezTo>
                <a:cubicBezTo>
                  <a:pt x="5139576" y="2947"/>
                  <a:pt x="5122299" y="33775"/>
                  <a:pt x="4842129" y="13716"/>
                </a:cubicBezTo>
                <a:cubicBezTo>
                  <a:pt x="4566356" y="6655"/>
                  <a:pt x="4456854" y="15426"/>
                  <a:pt x="4328160" y="13716"/>
                </a:cubicBezTo>
                <a:cubicBezTo>
                  <a:pt x="4234703" y="-822"/>
                  <a:pt x="3768176" y="-16062"/>
                  <a:pt x="3597783" y="13716"/>
                </a:cubicBezTo>
                <a:cubicBezTo>
                  <a:pt x="3430303" y="10148"/>
                  <a:pt x="3287506" y="20215"/>
                  <a:pt x="3029712" y="13716"/>
                </a:cubicBezTo>
                <a:cubicBezTo>
                  <a:pt x="2742636" y="-2421"/>
                  <a:pt x="2637847" y="18109"/>
                  <a:pt x="2299335" y="13716"/>
                </a:cubicBezTo>
                <a:cubicBezTo>
                  <a:pt x="1959433" y="-7861"/>
                  <a:pt x="1779456" y="37101"/>
                  <a:pt x="1514856" y="13716"/>
                </a:cubicBezTo>
                <a:cubicBezTo>
                  <a:pt x="1212431" y="31797"/>
                  <a:pt x="1086601" y="7282"/>
                  <a:pt x="892683" y="13716"/>
                </a:cubicBezTo>
                <a:cubicBezTo>
                  <a:pt x="721500" y="45800"/>
                  <a:pt x="194249" y="-29802"/>
                  <a:pt x="0" y="13716"/>
                </a:cubicBezTo>
                <a:cubicBezTo>
                  <a:pt x="-508" y="9800"/>
                  <a:pt x="-280" y="682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3716"/>
                      <a:gd name="connsiteX1" fmla="*/ 568071 w 5410200"/>
                      <a:gd name="connsiteY1" fmla="*/ 0 h 13716"/>
                      <a:gd name="connsiteX2" fmla="*/ 1298448 w 5410200"/>
                      <a:gd name="connsiteY2" fmla="*/ 0 h 13716"/>
                      <a:gd name="connsiteX3" fmla="*/ 1920621 w 5410200"/>
                      <a:gd name="connsiteY3" fmla="*/ 0 h 13716"/>
                      <a:gd name="connsiteX4" fmla="*/ 2488692 w 5410200"/>
                      <a:gd name="connsiteY4" fmla="*/ 0 h 13716"/>
                      <a:gd name="connsiteX5" fmla="*/ 3219069 w 5410200"/>
                      <a:gd name="connsiteY5" fmla="*/ 0 h 13716"/>
                      <a:gd name="connsiteX6" fmla="*/ 3895344 w 5410200"/>
                      <a:gd name="connsiteY6" fmla="*/ 0 h 13716"/>
                      <a:gd name="connsiteX7" fmla="*/ 4571619 w 5410200"/>
                      <a:gd name="connsiteY7" fmla="*/ 0 h 13716"/>
                      <a:gd name="connsiteX8" fmla="*/ 5410200 w 5410200"/>
                      <a:gd name="connsiteY8" fmla="*/ 0 h 13716"/>
                      <a:gd name="connsiteX9" fmla="*/ 5410200 w 5410200"/>
                      <a:gd name="connsiteY9" fmla="*/ 13716 h 13716"/>
                      <a:gd name="connsiteX10" fmla="*/ 4842129 w 5410200"/>
                      <a:gd name="connsiteY10" fmla="*/ 13716 h 13716"/>
                      <a:gd name="connsiteX11" fmla="*/ 4328160 w 5410200"/>
                      <a:gd name="connsiteY11" fmla="*/ 13716 h 13716"/>
                      <a:gd name="connsiteX12" fmla="*/ 3597783 w 5410200"/>
                      <a:gd name="connsiteY12" fmla="*/ 13716 h 13716"/>
                      <a:gd name="connsiteX13" fmla="*/ 3029712 w 5410200"/>
                      <a:gd name="connsiteY13" fmla="*/ 13716 h 13716"/>
                      <a:gd name="connsiteX14" fmla="*/ 2299335 w 5410200"/>
                      <a:gd name="connsiteY14" fmla="*/ 13716 h 13716"/>
                      <a:gd name="connsiteX15" fmla="*/ 1514856 w 5410200"/>
                      <a:gd name="connsiteY15" fmla="*/ 13716 h 13716"/>
                      <a:gd name="connsiteX16" fmla="*/ 892683 w 5410200"/>
                      <a:gd name="connsiteY16" fmla="*/ 13716 h 13716"/>
                      <a:gd name="connsiteX17" fmla="*/ 0 w 5410200"/>
                      <a:gd name="connsiteY17" fmla="*/ 13716 h 13716"/>
                      <a:gd name="connsiteX18" fmla="*/ 0 w 5410200"/>
                      <a:gd name="connsiteY1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3716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587" y="2854"/>
                          <a:pt x="5409791" y="9451"/>
                          <a:pt x="5410200" y="13716"/>
                        </a:cubicBezTo>
                        <a:cubicBezTo>
                          <a:pt x="5139060" y="2179"/>
                          <a:pt x="5121593" y="26463"/>
                          <a:pt x="4842129" y="13716"/>
                        </a:cubicBezTo>
                        <a:cubicBezTo>
                          <a:pt x="4562665" y="969"/>
                          <a:pt x="4448273" y="4915"/>
                          <a:pt x="4328160" y="13716"/>
                        </a:cubicBezTo>
                        <a:cubicBezTo>
                          <a:pt x="4208047" y="22517"/>
                          <a:pt x="3760936" y="17995"/>
                          <a:pt x="3597783" y="13716"/>
                        </a:cubicBezTo>
                        <a:cubicBezTo>
                          <a:pt x="3434630" y="9437"/>
                          <a:pt x="3299718" y="28641"/>
                          <a:pt x="3029712" y="13716"/>
                        </a:cubicBezTo>
                        <a:cubicBezTo>
                          <a:pt x="2759706" y="-1209"/>
                          <a:pt x="2640159" y="22822"/>
                          <a:pt x="2299335" y="13716"/>
                        </a:cubicBezTo>
                        <a:cubicBezTo>
                          <a:pt x="1958511" y="4610"/>
                          <a:pt x="1801186" y="24413"/>
                          <a:pt x="1514856" y="13716"/>
                        </a:cubicBezTo>
                        <a:cubicBezTo>
                          <a:pt x="1228526" y="3019"/>
                          <a:pt x="1063509" y="-9877"/>
                          <a:pt x="892683" y="13716"/>
                        </a:cubicBezTo>
                        <a:cubicBezTo>
                          <a:pt x="721857" y="37309"/>
                          <a:pt x="186945" y="-25469"/>
                          <a:pt x="0" y="13716"/>
                        </a:cubicBezTo>
                        <a:cubicBezTo>
                          <a:pt x="-342" y="9537"/>
                          <a:pt x="-97" y="6817"/>
                          <a:pt x="0" y="0"/>
                        </a:cubicBezTo>
                        <a:close/>
                      </a:path>
                      <a:path w="5410200" h="13716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10660" y="2787"/>
                          <a:pt x="5410166" y="9748"/>
                          <a:pt x="5410200" y="13716"/>
                        </a:cubicBezTo>
                        <a:cubicBezTo>
                          <a:pt x="5163327" y="36922"/>
                          <a:pt x="5008749" y="6121"/>
                          <a:pt x="4842129" y="13716"/>
                        </a:cubicBezTo>
                        <a:cubicBezTo>
                          <a:pt x="4675509" y="21311"/>
                          <a:pt x="4433401" y="-5187"/>
                          <a:pt x="4165854" y="13716"/>
                        </a:cubicBezTo>
                        <a:cubicBezTo>
                          <a:pt x="3898308" y="32619"/>
                          <a:pt x="3809032" y="-13282"/>
                          <a:pt x="3543681" y="13716"/>
                        </a:cubicBezTo>
                        <a:cubicBezTo>
                          <a:pt x="3278330" y="40714"/>
                          <a:pt x="3073876" y="-20489"/>
                          <a:pt x="2759202" y="13716"/>
                        </a:cubicBezTo>
                        <a:cubicBezTo>
                          <a:pt x="2444528" y="47921"/>
                          <a:pt x="2204144" y="-1200"/>
                          <a:pt x="1974723" y="13716"/>
                        </a:cubicBezTo>
                        <a:cubicBezTo>
                          <a:pt x="1745302" y="28632"/>
                          <a:pt x="1602335" y="26918"/>
                          <a:pt x="1406652" y="13716"/>
                        </a:cubicBezTo>
                        <a:cubicBezTo>
                          <a:pt x="1210969" y="514"/>
                          <a:pt x="923948" y="-1411"/>
                          <a:pt x="730377" y="13716"/>
                        </a:cubicBezTo>
                        <a:cubicBezTo>
                          <a:pt x="536806" y="28843"/>
                          <a:pt x="336496" y="-4713"/>
                          <a:pt x="0" y="13716"/>
                        </a:cubicBezTo>
                        <a:cubicBezTo>
                          <a:pt x="-535" y="9547"/>
                          <a:pt x="488" y="45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319F5C-C1E0-F21B-0F0D-BD64CCE1D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44645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956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 b="1"/>
              <a:t>Router Priority</a:t>
            </a:r>
            <a:endParaRPr lang="en-IE" sz="47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  <a:gd name="connsiteX0" fmla="*/ 0 w 5410200"/>
              <a:gd name="connsiteY0" fmla="*/ 0 h 13716"/>
              <a:gd name="connsiteX1" fmla="*/ 622173 w 5410200"/>
              <a:gd name="connsiteY1" fmla="*/ 0 h 13716"/>
              <a:gd name="connsiteX2" fmla="*/ 1136142 w 5410200"/>
              <a:gd name="connsiteY2" fmla="*/ 0 h 13716"/>
              <a:gd name="connsiteX3" fmla="*/ 1920621 w 5410200"/>
              <a:gd name="connsiteY3" fmla="*/ 0 h 13716"/>
              <a:gd name="connsiteX4" fmla="*/ 2542794 w 5410200"/>
              <a:gd name="connsiteY4" fmla="*/ 0 h 13716"/>
              <a:gd name="connsiteX5" fmla="*/ 3164967 w 5410200"/>
              <a:gd name="connsiteY5" fmla="*/ 0 h 13716"/>
              <a:gd name="connsiteX6" fmla="*/ 3949446 w 5410200"/>
              <a:gd name="connsiteY6" fmla="*/ 0 h 13716"/>
              <a:gd name="connsiteX7" fmla="*/ 4517517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165854 w 5410200"/>
              <a:gd name="connsiteY11" fmla="*/ 13716 h 13716"/>
              <a:gd name="connsiteX12" fmla="*/ 3543681 w 5410200"/>
              <a:gd name="connsiteY12" fmla="*/ 13716 h 13716"/>
              <a:gd name="connsiteX13" fmla="*/ 2759202 w 5410200"/>
              <a:gd name="connsiteY13" fmla="*/ 13716 h 13716"/>
              <a:gd name="connsiteX14" fmla="*/ 1974723 w 5410200"/>
              <a:gd name="connsiteY14" fmla="*/ 13716 h 13716"/>
              <a:gd name="connsiteX15" fmla="*/ 1406652 w 5410200"/>
              <a:gd name="connsiteY15" fmla="*/ 13716 h 13716"/>
              <a:gd name="connsiteX16" fmla="*/ 730377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9052" y="2649"/>
                  <a:pt x="5410186" y="9063"/>
                  <a:pt x="5410200" y="13716"/>
                </a:cubicBezTo>
                <a:cubicBezTo>
                  <a:pt x="5133704" y="5182"/>
                  <a:pt x="5123444" y="31477"/>
                  <a:pt x="4842129" y="13716"/>
                </a:cubicBezTo>
                <a:cubicBezTo>
                  <a:pt x="4568650" y="-219"/>
                  <a:pt x="4447390" y="8221"/>
                  <a:pt x="4328160" y="13716"/>
                </a:cubicBezTo>
                <a:cubicBezTo>
                  <a:pt x="4227436" y="28078"/>
                  <a:pt x="3754725" y="-2253"/>
                  <a:pt x="3597783" y="13716"/>
                </a:cubicBezTo>
                <a:cubicBezTo>
                  <a:pt x="3459353" y="10223"/>
                  <a:pt x="3317740" y="47315"/>
                  <a:pt x="3029712" y="13716"/>
                </a:cubicBezTo>
                <a:cubicBezTo>
                  <a:pt x="2766446" y="5245"/>
                  <a:pt x="2645518" y="35922"/>
                  <a:pt x="2299335" y="13716"/>
                </a:cubicBezTo>
                <a:cubicBezTo>
                  <a:pt x="1977844" y="23735"/>
                  <a:pt x="1781583" y="-1801"/>
                  <a:pt x="1514856" y="13716"/>
                </a:cubicBezTo>
                <a:cubicBezTo>
                  <a:pt x="1212648" y="18781"/>
                  <a:pt x="1087880" y="-4407"/>
                  <a:pt x="892683" y="13716"/>
                </a:cubicBezTo>
                <a:cubicBezTo>
                  <a:pt x="745769" y="11772"/>
                  <a:pt x="183254" y="-32062"/>
                  <a:pt x="0" y="13716"/>
                </a:cubicBezTo>
                <a:cubicBezTo>
                  <a:pt x="-907" y="9799"/>
                  <a:pt x="-75" y="7151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10845" y="2936"/>
                  <a:pt x="5409877" y="9829"/>
                  <a:pt x="5410200" y="13716"/>
                </a:cubicBezTo>
                <a:cubicBezTo>
                  <a:pt x="5130880" y="48304"/>
                  <a:pt x="5008082" y="-27188"/>
                  <a:pt x="4842129" y="13716"/>
                </a:cubicBezTo>
                <a:cubicBezTo>
                  <a:pt x="4629232" y="38478"/>
                  <a:pt x="4430159" y="43872"/>
                  <a:pt x="4165854" y="13716"/>
                </a:cubicBezTo>
                <a:cubicBezTo>
                  <a:pt x="3880517" y="17026"/>
                  <a:pt x="3820863" y="-12209"/>
                  <a:pt x="3543681" y="13716"/>
                </a:cubicBezTo>
                <a:cubicBezTo>
                  <a:pt x="3267577" y="39687"/>
                  <a:pt x="3047131" y="-8774"/>
                  <a:pt x="2759202" y="13716"/>
                </a:cubicBezTo>
                <a:cubicBezTo>
                  <a:pt x="2418778" y="17929"/>
                  <a:pt x="2206820" y="-35095"/>
                  <a:pt x="1974723" y="13716"/>
                </a:cubicBezTo>
                <a:cubicBezTo>
                  <a:pt x="1740429" y="35710"/>
                  <a:pt x="1599301" y="34493"/>
                  <a:pt x="1406652" y="13716"/>
                </a:cubicBezTo>
                <a:cubicBezTo>
                  <a:pt x="1196601" y="3966"/>
                  <a:pt x="938578" y="38717"/>
                  <a:pt x="730377" y="13716"/>
                </a:cubicBezTo>
                <a:cubicBezTo>
                  <a:pt x="524173" y="26651"/>
                  <a:pt x="336004" y="-17469"/>
                  <a:pt x="0" y="13716"/>
                </a:cubicBezTo>
                <a:cubicBezTo>
                  <a:pt x="-377" y="9245"/>
                  <a:pt x="1157" y="3819"/>
                  <a:pt x="0" y="0"/>
                </a:cubicBezTo>
                <a:close/>
              </a:path>
              <a:path w="5410200" h="13716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8905" y="2744"/>
                  <a:pt x="5410401" y="9950"/>
                  <a:pt x="5410200" y="13716"/>
                </a:cubicBezTo>
                <a:cubicBezTo>
                  <a:pt x="5139576" y="2947"/>
                  <a:pt x="5122299" y="33775"/>
                  <a:pt x="4842129" y="13716"/>
                </a:cubicBezTo>
                <a:cubicBezTo>
                  <a:pt x="4566356" y="6655"/>
                  <a:pt x="4456854" y="15426"/>
                  <a:pt x="4328160" y="13716"/>
                </a:cubicBezTo>
                <a:cubicBezTo>
                  <a:pt x="4234703" y="-822"/>
                  <a:pt x="3768176" y="-16062"/>
                  <a:pt x="3597783" y="13716"/>
                </a:cubicBezTo>
                <a:cubicBezTo>
                  <a:pt x="3430303" y="10148"/>
                  <a:pt x="3287506" y="20215"/>
                  <a:pt x="3029712" y="13716"/>
                </a:cubicBezTo>
                <a:cubicBezTo>
                  <a:pt x="2742636" y="-2421"/>
                  <a:pt x="2637847" y="18109"/>
                  <a:pt x="2299335" y="13716"/>
                </a:cubicBezTo>
                <a:cubicBezTo>
                  <a:pt x="1959433" y="-7861"/>
                  <a:pt x="1779456" y="37101"/>
                  <a:pt x="1514856" y="13716"/>
                </a:cubicBezTo>
                <a:cubicBezTo>
                  <a:pt x="1212431" y="31797"/>
                  <a:pt x="1086601" y="7282"/>
                  <a:pt x="892683" y="13716"/>
                </a:cubicBezTo>
                <a:cubicBezTo>
                  <a:pt x="721500" y="45800"/>
                  <a:pt x="194249" y="-29802"/>
                  <a:pt x="0" y="13716"/>
                </a:cubicBezTo>
                <a:cubicBezTo>
                  <a:pt x="-508" y="9800"/>
                  <a:pt x="-280" y="682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3716"/>
                      <a:gd name="connsiteX1" fmla="*/ 568071 w 5410200"/>
                      <a:gd name="connsiteY1" fmla="*/ 0 h 13716"/>
                      <a:gd name="connsiteX2" fmla="*/ 1298448 w 5410200"/>
                      <a:gd name="connsiteY2" fmla="*/ 0 h 13716"/>
                      <a:gd name="connsiteX3" fmla="*/ 1920621 w 5410200"/>
                      <a:gd name="connsiteY3" fmla="*/ 0 h 13716"/>
                      <a:gd name="connsiteX4" fmla="*/ 2488692 w 5410200"/>
                      <a:gd name="connsiteY4" fmla="*/ 0 h 13716"/>
                      <a:gd name="connsiteX5" fmla="*/ 3219069 w 5410200"/>
                      <a:gd name="connsiteY5" fmla="*/ 0 h 13716"/>
                      <a:gd name="connsiteX6" fmla="*/ 3895344 w 5410200"/>
                      <a:gd name="connsiteY6" fmla="*/ 0 h 13716"/>
                      <a:gd name="connsiteX7" fmla="*/ 4571619 w 5410200"/>
                      <a:gd name="connsiteY7" fmla="*/ 0 h 13716"/>
                      <a:gd name="connsiteX8" fmla="*/ 5410200 w 5410200"/>
                      <a:gd name="connsiteY8" fmla="*/ 0 h 13716"/>
                      <a:gd name="connsiteX9" fmla="*/ 5410200 w 5410200"/>
                      <a:gd name="connsiteY9" fmla="*/ 13716 h 13716"/>
                      <a:gd name="connsiteX10" fmla="*/ 4842129 w 5410200"/>
                      <a:gd name="connsiteY10" fmla="*/ 13716 h 13716"/>
                      <a:gd name="connsiteX11" fmla="*/ 4328160 w 5410200"/>
                      <a:gd name="connsiteY11" fmla="*/ 13716 h 13716"/>
                      <a:gd name="connsiteX12" fmla="*/ 3597783 w 5410200"/>
                      <a:gd name="connsiteY12" fmla="*/ 13716 h 13716"/>
                      <a:gd name="connsiteX13" fmla="*/ 3029712 w 5410200"/>
                      <a:gd name="connsiteY13" fmla="*/ 13716 h 13716"/>
                      <a:gd name="connsiteX14" fmla="*/ 2299335 w 5410200"/>
                      <a:gd name="connsiteY14" fmla="*/ 13716 h 13716"/>
                      <a:gd name="connsiteX15" fmla="*/ 1514856 w 5410200"/>
                      <a:gd name="connsiteY15" fmla="*/ 13716 h 13716"/>
                      <a:gd name="connsiteX16" fmla="*/ 892683 w 5410200"/>
                      <a:gd name="connsiteY16" fmla="*/ 13716 h 13716"/>
                      <a:gd name="connsiteX17" fmla="*/ 0 w 5410200"/>
                      <a:gd name="connsiteY17" fmla="*/ 13716 h 13716"/>
                      <a:gd name="connsiteX18" fmla="*/ 0 w 5410200"/>
                      <a:gd name="connsiteY1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3716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587" y="2854"/>
                          <a:pt x="5409791" y="9451"/>
                          <a:pt x="5410200" y="13716"/>
                        </a:cubicBezTo>
                        <a:cubicBezTo>
                          <a:pt x="5139060" y="2179"/>
                          <a:pt x="5121593" y="26463"/>
                          <a:pt x="4842129" y="13716"/>
                        </a:cubicBezTo>
                        <a:cubicBezTo>
                          <a:pt x="4562665" y="969"/>
                          <a:pt x="4448273" y="4915"/>
                          <a:pt x="4328160" y="13716"/>
                        </a:cubicBezTo>
                        <a:cubicBezTo>
                          <a:pt x="4208047" y="22517"/>
                          <a:pt x="3760936" y="17995"/>
                          <a:pt x="3597783" y="13716"/>
                        </a:cubicBezTo>
                        <a:cubicBezTo>
                          <a:pt x="3434630" y="9437"/>
                          <a:pt x="3299718" y="28641"/>
                          <a:pt x="3029712" y="13716"/>
                        </a:cubicBezTo>
                        <a:cubicBezTo>
                          <a:pt x="2759706" y="-1209"/>
                          <a:pt x="2640159" y="22822"/>
                          <a:pt x="2299335" y="13716"/>
                        </a:cubicBezTo>
                        <a:cubicBezTo>
                          <a:pt x="1958511" y="4610"/>
                          <a:pt x="1801186" y="24413"/>
                          <a:pt x="1514856" y="13716"/>
                        </a:cubicBezTo>
                        <a:cubicBezTo>
                          <a:pt x="1228526" y="3019"/>
                          <a:pt x="1063509" y="-9877"/>
                          <a:pt x="892683" y="13716"/>
                        </a:cubicBezTo>
                        <a:cubicBezTo>
                          <a:pt x="721857" y="37309"/>
                          <a:pt x="186945" y="-25469"/>
                          <a:pt x="0" y="13716"/>
                        </a:cubicBezTo>
                        <a:cubicBezTo>
                          <a:pt x="-342" y="9537"/>
                          <a:pt x="-97" y="6817"/>
                          <a:pt x="0" y="0"/>
                        </a:cubicBezTo>
                        <a:close/>
                      </a:path>
                      <a:path w="5410200" h="13716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10660" y="2787"/>
                          <a:pt x="5410166" y="9748"/>
                          <a:pt x="5410200" y="13716"/>
                        </a:cubicBezTo>
                        <a:cubicBezTo>
                          <a:pt x="5163327" y="36922"/>
                          <a:pt x="5008749" y="6121"/>
                          <a:pt x="4842129" y="13716"/>
                        </a:cubicBezTo>
                        <a:cubicBezTo>
                          <a:pt x="4675509" y="21311"/>
                          <a:pt x="4433401" y="-5187"/>
                          <a:pt x="4165854" y="13716"/>
                        </a:cubicBezTo>
                        <a:cubicBezTo>
                          <a:pt x="3898308" y="32619"/>
                          <a:pt x="3809032" y="-13282"/>
                          <a:pt x="3543681" y="13716"/>
                        </a:cubicBezTo>
                        <a:cubicBezTo>
                          <a:pt x="3278330" y="40714"/>
                          <a:pt x="3073876" y="-20489"/>
                          <a:pt x="2759202" y="13716"/>
                        </a:cubicBezTo>
                        <a:cubicBezTo>
                          <a:pt x="2444528" y="47921"/>
                          <a:pt x="2204144" y="-1200"/>
                          <a:pt x="1974723" y="13716"/>
                        </a:cubicBezTo>
                        <a:cubicBezTo>
                          <a:pt x="1745302" y="28632"/>
                          <a:pt x="1602335" y="26918"/>
                          <a:pt x="1406652" y="13716"/>
                        </a:cubicBezTo>
                        <a:cubicBezTo>
                          <a:pt x="1210969" y="514"/>
                          <a:pt x="923948" y="-1411"/>
                          <a:pt x="730377" y="13716"/>
                        </a:cubicBezTo>
                        <a:cubicBezTo>
                          <a:pt x="536806" y="28843"/>
                          <a:pt x="336496" y="-4713"/>
                          <a:pt x="0" y="13716"/>
                        </a:cubicBezTo>
                        <a:cubicBezTo>
                          <a:pt x="-535" y="9547"/>
                          <a:pt x="488" y="45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9E228F-3F8D-0898-8D25-F9F569AFB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0125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3010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>
                <a:solidFill>
                  <a:srgbClr val="FFFFFF"/>
                </a:solidFill>
              </a:rPr>
              <a:t>Router IDs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9EFDB2-B88B-E21A-BADE-437436ACF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27431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03786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>
                <a:solidFill>
                  <a:srgbClr val="FFFFFF"/>
                </a:solidFill>
              </a:rPr>
              <a:t>Why is a DR and BDR election necessary?</a:t>
            </a:r>
            <a:br>
              <a:rPr lang="en-GB" sz="2600">
                <a:solidFill>
                  <a:srgbClr val="FFFFFF"/>
                </a:solidFill>
              </a:rPr>
            </a:br>
            <a:endParaRPr lang="en-GB" sz="26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6AA16E-F98E-FCE1-C14C-F1FF298E5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03716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9630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>
                <a:solidFill>
                  <a:srgbClr val="FFFFFF"/>
                </a:solidFill>
              </a:rPr>
              <a:t>Creation of multiple adjacencies</a:t>
            </a:r>
            <a:endParaRPr lang="en-IE" sz="36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EF79EC-3325-CA75-7AC6-BB4D27059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11358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6153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300" b="1">
                <a:solidFill>
                  <a:srgbClr val="FFFFFF"/>
                </a:solidFill>
              </a:rPr>
              <a:t>Extensive flooding of LSAs</a:t>
            </a:r>
            <a:endParaRPr lang="en-IE" sz="43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6ACF0C-B386-8E29-A5C7-FD94F758E5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92437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38"/>
            <a:ext cx="8435280" cy="574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31224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3300">
                <a:solidFill>
                  <a:srgbClr val="FFFFFF"/>
                </a:solidFill>
              </a:rPr>
              <a:t>Calculate the number of Adjacencies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4387B-C1FE-71AB-A7A3-9522BD696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02102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1970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More Routers ……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2987" y="1823388"/>
            <a:ext cx="5085525" cy="320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81479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r>
              <a:rPr lang="en-IE" sz="4300">
                <a:solidFill>
                  <a:srgbClr val="FFFFFF"/>
                </a:solidFill>
              </a:rPr>
              <a:t>DR: Designated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882315"/>
            <a:ext cx="3941065" cy="5294647"/>
          </a:xfrm>
        </p:spPr>
        <p:txBody>
          <a:bodyPr>
            <a:normAutofit/>
          </a:bodyPr>
          <a:lstStyle/>
          <a:p>
            <a:r>
              <a:rPr lang="en-IE" sz="1900"/>
              <a:t>The solution to managing the number of adjacencies and the flooding of LSAs on a multi-access network is the DR.</a:t>
            </a:r>
          </a:p>
          <a:p>
            <a:r>
              <a:rPr lang="en-IE" sz="1900"/>
              <a:t>On multi-access networks,</a:t>
            </a:r>
          </a:p>
          <a:p>
            <a:r>
              <a:rPr lang="en-IE" sz="1900"/>
              <a:t>OSPF elects a DR to be the collection and distribution point for LSAs sent and received.</a:t>
            </a:r>
          </a:p>
          <a:p>
            <a:r>
              <a:rPr lang="en-IE" sz="1900"/>
              <a:t>Think of it like a post office.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BDR :Back up 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882315"/>
            <a:ext cx="3941065" cy="5294647"/>
          </a:xfrm>
        </p:spPr>
        <p:txBody>
          <a:bodyPr>
            <a:normAutofit/>
          </a:bodyPr>
          <a:lstStyle/>
          <a:p>
            <a:r>
              <a:rPr lang="en-IE" sz="1900"/>
              <a:t>A BDR is also elected in case the DR fails.</a:t>
            </a:r>
          </a:p>
          <a:p>
            <a:r>
              <a:rPr lang="en-IE" sz="1900"/>
              <a:t>All other routers become DROTHERs.</a:t>
            </a:r>
          </a:p>
          <a:p>
            <a:r>
              <a:rPr lang="en-IE" sz="1900"/>
              <a:t>A DROTHER is a router that is neither the DR nor the BDR.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700">
                <a:solidFill>
                  <a:srgbClr val="FFFFFF"/>
                </a:solidFill>
              </a:rPr>
              <a:t>Router ID in the 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5A0639-90BA-35F5-EDB5-63176DB77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7638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46346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E" sz="3500">
                <a:solidFill>
                  <a:srgbClr val="FFFFFF"/>
                </a:solidFill>
              </a:rPr>
              <a:t>First 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3B2D6BA9-3247-DD18-4640-0DF759D81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31260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96372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E" sz="3500">
                <a:solidFill>
                  <a:srgbClr val="FFFFFF"/>
                </a:solidFill>
              </a:rPr>
              <a:t>Second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E" dirty="0"/>
              <a:t>2) Highest IP address of any of the router’s loopback addresses, if present. </a:t>
            </a:r>
          </a:p>
          <a:p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7454101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E" sz="3500">
                <a:solidFill>
                  <a:srgbClr val="FFFFFF"/>
                </a:solidFill>
              </a:rPr>
              <a:t>Third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E" dirty="0"/>
              <a:t>3) Highest active IP address on any of the router’s physical interfaces.</a:t>
            </a:r>
          </a:p>
        </p:txBody>
      </p:sp>
    </p:spTree>
    <p:extLst>
      <p:ext uri="{BB962C8B-B14F-4D97-AF65-F5344CB8AC3E}">
        <p14:creationId xmlns:p14="http://schemas.microsoft.com/office/powerpoint/2010/main" val="9052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FEF478-95A1-6FF2-B8BE-EBAD8F2C9A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57018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300">
                <a:solidFill>
                  <a:srgbClr val="FFFFFF"/>
                </a:solidFill>
              </a:rPr>
              <a:t>RID by router-id command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A4CBA7-92F9-DA97-C7CE-345694B28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46754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4046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0337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4300">
                <a:solidFill>
                  <a:srgbClr val="FFFFFF"/>
                </a:solidFill>
              </a:rPr>
              <a:t>What is a loopback address?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CFA073A-8FBD-4356-59CA-F6F2C78EB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07181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59376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RID by loopback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7881A3-5923-443C-EECF-B33AA736A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871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26959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2600">
                <a:solidFill>
                  <a:srgbClr val="FFFFFF"/>
                </a:solidFill>
              </a:rPr>
              <a:t>No RID or loopbacks..then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C27414-00BA-D025-E984-A4D066469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57974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1344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Therefore….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736" y="1600200"/>
            <a:ext cx="615652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573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4637"/>
            <a:ext cx="8075240" cy="585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82121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300">
                <a:solidFill>
                  <a:srgbClr val="FFFFFF"/>
                </a:solidFill>
              </a:rPr>
              <a:t>OSPF Messages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F95471-5217-8208-37A2-E743062CF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42655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40235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577" y="1600200"/>
            <a:ext cx="651884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541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LSU’s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40767"/>
            <a:ext cx="8003232" cy="4785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75329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HELLO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  <a:gd name="connsiteX0" fmla="*/ 0 w 7818120"/>
              <a:gd name="connsiteY0" fmla="*/ 0 h 18288"/>
              <a:gd name="connsiteX1" fmla="*/ 573329 w 7818120"/>
              <a:gd name="connsiteY1" fmla="*/ 0 h 18288"/>
              <a:gd name="connsiteX2" fmla="*/ 990295 w 7818120"/>
              <a:gd name="connsiteY2" fmla="*/ 0 h 18288"/>
              <a:gd name="connsiteX3" fmla="*/ 1394232 w 7818120"/>
              <a:gd name="connsiteY3" fmla="*/ 0 h 18288"/>
              <a:gd name="connsiteX4" fmla="*/ 1798168 w 7818120"/>
              <a:gd name="connsiteY4" fmla="*/ 0 h 18288"/>
              <a:gd name="connsiteX5" fmla="*/ 2371496 w 7818120"/>
              <a:gd name="connsiteY5" fmla="*/ 0 h 18288"/>
              <a:gd name="connsiteX6" fmla="*/ 2944825 w 7818120"/>
              <a:gd name="connsiteY6" fmla="*/ 0 h 18288"/>
              <a:gd name="connsiteX7" fmla="*/ 3752698 w 7818120"/>
              <a:gd name="connsiteY7" fmla="*/ 0 h 18288"/>
              <a:gd name="connsiteX8" fmla="*/ 4247845 w 7818120"/>
              <a:gd name="connsiteY8" fmla="*/ 0 h 18288"/>
              <a:gd name="connsiteX9" fmla="*/ 5055718 w 7818120"/>
              <a:gd name="connsiteY9" fmla="*/ 0 h 18288"/>
              <a:gd name="connsiteX10" fmla="*/ 5863590 w 7818120"/>
              <a:gd name="connsiteY10" fmla="*/ 0 h 18288"/>
              <a:gd name="connsiteX11" fmla="*/ 6515100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401154 w 7818120"/>
              <a:gd name="connsiteY14" fmla="*/ 18288 h 18288"/>
              <a:gd name="connsiteX15" fmla="*/ 6593281 w 7818120"/>
              <a:gd name="connsiteY15" fmla="*/ 18288 h 18288"/>
              <a:gd name="connsiteX16" fmla="*/ 6098134 w 7818120"/>
              <a:gd name="connsiteY16" fmla="*/ 18288 h 18288"/>
              <a:gd name="connsiteX17" fmla="*/ 5446624 w 7818120"/>
              <a:gd name="connsiteY17" fmla="*/ 18288 h 18288"/>
              <a:gd name="connsiteX18" fmla="*/ 4638751 w 7818120"/>
              <a:gd name="connsiteY18" fmla="*/ 18288 h 18288"/>
              <a:gd name="connsiteX19" fmla="*/ 3987241 w 7818120"/>
              <a:gd name="connsiteY19" fmla="*/ 18288 h 18288"/>
              <a:gd name="connsiteX20" fmla="*/ 3570275 w 7818120"/>
              <a:gd name="connsiteY20" fmla="*/ 18288 h 18288"/>
              <a:gd name="connsiteX21" fmla="*/ 3075127 w 7818120"/>
              <a:gd name="connsiteY21" fmla="*/ 18288 h 18288"/>
              <a:gd name="connsiteX22" fmla="*/ 2267255 w 7818120"/>
              <a:gd name="connsiteY22" fmla="*/ 18288 h 18288"/>
              <a:gd name="connsiteX23" fmla="*/ 1615745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01002" y="-20048"/>
                  <a:pt x="215808" y="13837"/>
                  <a:pt x="416966" y="0"/>
                </a:cubicBezTo>
                <a:cubicBezTo>
                  <a:pt x="573264" y="9422"/>
                  <a:pt x="897859" y="4188"/>
                  <a:pt x="1146658" y="0"/>
                </a:cubicBezTo>
                <a:cubicBezTo>
                  <a:pt x="1409722" y="12227"/>
                  <a:pt x="1377475" y="-3286"/>
                  <a:pt x="1563624" y="0"/>
                </a:cubicBezTo>
                <a:cubicBezTo>
                  <a:pt x="1758084" y="11330"/>
                  <a:pt x="1967746" y="-7403"/>
                  <a:pt x="2136953" y="0"/>
                </a:cubicBezTo>
                <a:cubicBezTo>
                  <a:pt x="2354826" y="-5751"/>
                  <a:pt x="2687014" y="20029"/>
                  <a:pt x="2944825" y="0"/>
                </a:cubicBezTo>
                <a:cubicBezTo>
                  <a:pt x="3238848" y="15226"/>
                  <a:pt x="3415761" y="33925"/>
                  <a:pt x="3596335" y="0"/>
                </a:cubicBezTo>
                <a:cubicBezTo>
                  <a:pt x="3815108" y="13362"/>
                  <a:pt x="3972448" y="-68797"/>
                  <a:pt x="4326026" y="0"/>
                </a:cubicBezTo>
                <a:cubicBezTo>
                  <a:pt x="4638028" y="39995"/>
                  <a:pt x="4794473" y="211"/>
                  <a:pt x="4899355" y="0"/>
                </a:cubicBezTo>
                <a:cubicBezTo>
                  <a:pt x="5037170" y="-13296"/>
                  <a:pt x="5289722" y="-48609"/>
                  <a:pt x="5550865" y="0"/>
                </a:cubicBezTo>
                <a:cubicBezTo>
                  <a:pt x="5740088" y="19163"/>
                  <a:pt x="6143605" y="-29909"/>
                  <a:pt x="6358738" y="0"/>
                </a:cubicBezTo>
                <a:cubicBezTo>
                  <a:pt x="6556443" y="18955"/>
                  <a:pt x="6741581" y="-22634"/>
                  <a:pt x="6853885" y="0"/>
                </a:cubicBezTo>
                <a:cubicBezTo>
                  <a:pt x="6996029" y="20497"/>
                  <a:pt x="7453286" y="6658"/>
                  <a:pt x="7818120" y="0"/>
                </a:cubicBezTo>
                <a:cubicBezTo>
                  <a:pt x="7817552" y="7862"/>
                  <a:pt x="7817901" y="13269"/>
                  <a:pt x="7818120" y="18288"/>
                </a:cubicBezTo>
                <a:cubicBezTo>
                  <a:pt x="7701883" y="-33961"/>
                  <a:pt x="7395843" y="8437"/>
                  <a:pt x="7244791" y="18288"/>
                </a:cubicBezTo>
                <a:cubicBezTo>
                  <a:pt x="7088282" y="14407"/>
                  <a:pt x="6958165" y="20902"/>
                  <a:pt x="6827825" y="18288"/>
                </a:cubicBezTo>
                <a:cubicBezTo>
                  <a:pt x="6715653" y="-2805"/>
                  <a:pt x="6356779" y="33124"/>
                  <a:pt x="6176315" y="18288"/>
                </a:cubicBezTo>
                <a:cubicBezTo>
                  <a:pt x="6015867" y="-5301"/>
                  <a:pt x="5852369" y="-275"/>
                  <a:pt x="5681167" y="18288"/>
                </a:cubicBezTo>
                <a:cubicBezTo>
                  <a:pt x="5508002" y="48742"/>
                  <a:pt x="5304989" y="-7247"/>
                  <a:pt x="5029657" y="18288"/>
                </a:cubicBezTo>
                <a:cubicBezTo>
                  <a:pt x="4760375" y="46790"/>
                  <a:pt x="4637400" y="35678"/>
                  <a:pt x="4378147" y="18288"/>
                </a:cubicBezTo>
                <a:cubicBezTo>
                  <a:pt x="4094943" y="8043"/>
                  <a:pt x="4037303" y="27568"/>
                  <a:pt x="3726637" y="18288"/>
                </a:cubicBezTo>
                <a:cubicBezTo>
                  <a:pt x="3400340" y="-2459"/>
                  <a:pt x="3320728" y="61058"/>
                  <a:pt x="3075127" y="18288"/>
                </a:cubicBezTo>
                <a:cubicBezTo>
                  <a:pt x="2809301" y="-25757"/>
                  <a:pt x="2702630" y="16477"/>
                  <a:pt x="2501798" y="18288"/>
                </a:cubicBezTo>
                <a:cubicBezTo>
                  <a:pt x="2308686" y="20751"/>
                  <a:pt x="2079466" y="5550"/>
                  <a:pt x="1772107" y="18288"/>
                </a:cubicBezTo>
                <a:cubicBezTo>
                  <a:pt x="1420202" y="47064"/>
                  <a:pt x="1431765" y="28913"/>
                  <a:pt x="1120597" y="18288"/>
                </a:cubicBezTo>
                <a:cubicBezTo>
                  <a:pt x="791266" y="31607"/>
                  <a:pt x="235945" y="82322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61767" y="-7030"/>
                  <a:pt x="286873" y="-11228"/>
                  <a:pt x="573329" y="0"/>
                </a:cubicBezTo>
                <a:cubicBezTo>
                  <a:pt x="860952" y="-8429"/>
                  <a:pt x="823968" y="-2420"/>
                  <a:pt x="990295" y="0"/>
                </a:cubicBezTo>
                <a:cubicBezTo>
                  <a:pt x="1144921" y="-13846"/>
                  <a:pt x="1288801" y="10931"/>
                  <a:pt x="1394232" y="0"/>
                </a:cubicBezTo>
                <a:cubicBezTo>
                  <a:pt x="1499663" y="-10931"/>
                  <a:pt x="1677634" y="10318"/>
                  <a:pt x="1798168" y="0"/>
                </a:cubicBezTo>
                <a:cubicBezTo>
                  <a:pt x="2021167" y="5465"/>
                  <a:pt x="2087775" y="-15972"/>
                  <a:pt x="2371496" y="0"/>
                </a:cubicBezTo>
                <a:cubicBezTo>
                  <a:pt x="2646084" y="3640"/>
                  <a:pt x="2709294" y="-15431"/>
                  <a:pt x="2944825" y="0"/>
                </a:cubicBezTo>
                <a:cubicBezTo>
                  <a:pt x="3182104" y="39801"/>
                  <a:pt x="3563508" y="7189"/>
                  <a:pt x="3752698" y="0"/>
                </a:cubicBezTo>
                <a:cubicBezTo>
                  <a:pt x="4004713" y="-51688"/>
                  <a:pt x="4111759" y="8465"/>
                  <a:pt x="4247845" y="0"/>
                </a:cubicBezTo>
                <a:cubicBezTo>
                  <a:pt x="4409051" y="-38636"/>
                  <a:pt x="4840912" y="-6880"/>
                  <a:pt x="5055718" y="0"/>
                </a:cubicBezTo>
                <a:cubicBezTo>
                  <a:pt x="5318987" y="12828"/>
                  <a:pt x="5464207" y="16349"/>
                  <a:pt x="5863590" y="0"/>
                </a:cubicBezTo>
                <a:cubicBezTo>
                  <a:pt x="6258188" y="21536"/>
                  <a:pt x="6373895" y="-20866"/>
                  <a:pt x="6515100" y="0"/>
                </a:cubicBezTo>
                <a:cubicBezTo>
                  <a:pt x="6673199" y="-42487"/>
                  <a:pt x="7368245" y="-124798"/>
                  <a:pt x="7818120" y="0"/>
                </a:cubicBezTo>
                <a:cubicBezTo>
                  <a:pt x="7818163" y="8895"/>
                  <a:pt x="7818750" y="9828"/>
                  <a:pt x="7818120" y="18288"/>
                </a:cubicBezTo>
                <a:cubicBezTo>
                  <a:pt x="7615777" y="-1071"/>
                  <a:pt x="7527543" y="-5750"/>
                  <a:pt x="7401154" y="18288"/>
                </a:cubicBezTo>
                <a:cubicBezTo>
                  <a:pt x="7322611" y="47896"/>
                  <a:pt x="6964426" y="-24966"/>
                  <a:pt x="6593281" y="18288"/>
                </a:cubicBezTo>
                <a:cubicBezTo>
                  <a:pt x="6260055" y="33833"/>
                  <a:pt x="6287545" y="-3963"/>
                  <a:pt x="6098134" y="18288"/>
                </a:cubicBezTo>
                <a:cubicBezTo>
                  <a:pt x="5900337" y="14995"/>
                  <a:pt x="5605990" y="72621"/>
                  <a:pt x="5446624" y="18288"/>
                </a:cubicBezTo>
                <a:cubicBezTo>
                  <a:pt x="5244167" y="-23104"/>
                  <a:pt x="4914971" y="-34358"/>
                  <a:pt x="4638751" y="18288"/>
                </a:cubicBezTo>
                <a:cubicBezTo>
                  <a:pt x="4353273" y="8380"/>
                  <a:pt x="4297533" y="13876"/>
                  <a:pt x="3987241" y="18288"/>
                </a:cubicBezTo>
                <a:cubicBezTo>
                  <a:pt x="3687723" y="41876"/>
                  <a:pt x="3776181" y="30039"/>
                  <a:pt x="3570275" y="18288"/>
                </a:cubicBezTo>
                <a:cubicBezTo>
                  <a:pt x="3396160" y="10249"/>
                  <a:pt x="3285909" y="48310"/>
                  <a:pt x="3075127" y="18288"/>
                </a:cubicBezTo>
                <a:cubicBezTo>
                  <a:pt x="2869474" y="41512"/>
                  <a:pt x="2676329" y="4972"/>
                  <a:pt x="2267255" y="18288"/>
                </a:cubicBezTo>
                <a:cubicBezTo>
                  <a:pt x="1866401" y="24532"/>
                  <a:pt x="1882987" y="25696"/>
                  <a:pt x="1615745" y="18288"/>
                </a:cubicBezTo>
                <a:cubicBezTo>
                  <a:pt x="1346085" y="13379"/>
                  <a:pt x="1323312" y="12392"/>
                  <a:pt x="1120597" y="18288"/>
                </a:cubicBezTo>
                <a:cubicBezTo>
                  <a:pt x="940237" y="-60975"/>
                  <a:pt x="569386" y="27591"/>
                  <a:pt x="0" y="18288"/>
                </a:cubicBezTo>
                <a:cubicBezTo>
                  <a:pt x="1751" y="14440"/>
                  <a:pt x="-1272" y="7740"/>
                  <a:pt x="0" y="0"/>
                </a:cubicBezTo>
                <a:close/>
              </a:path>
              <a:path w="7818120" h="18288" fill="none" stroke="0" extrusionOk="0">
                <a:moveTo>
                  <a:pt x="0" y="0"/>
                </a:moveTo>
                <a:cubicBezTo>
                  <a:pt x="102311" y="-24031"/>
                  <a:pt x="206428" y="20084"/>
                  <a:pt x="416966" y="0"/>
                </a:cubicBezTo>
                <a:cubicBezTo>
                  <a:pt x="662339" y="-9883"/>
                  <a:pt x="833564" y="-11910"/>
                  <a:pt x="1146658" y="0"/>
                </a:cubicBezTo>
                <a:cubicBezTo>
                  <a:pt x="1398993" y="16754"/>
                  <a:pt x="1378239" y="-4997"/>
                  <a:pt x="1563624" y="0"/>
                </a:cubicBezTo>
                <a:cubicBezTo>
                  <a:pt x="1738265" y="3015"/>
                  <a:pt x="2006667" y="23864"/>
                  <a:pt x="2136953" y="0"/>
                </a:cubicBezTo>
                <a:cubicBezTo>
                  <a:pt x="2338524" y="-3063"/>
                  <a:pt x="2693378" y="-15904"/>
                  <a:pt x="2944825" y="0"/>
                </a:cubicBezTo>
                <a:cubicBezTo>
                  <a:pt x="3201439" y="-13695"/>
                  <a:pt x="3379198" y="46243"/>
                  <a:pt x="3596335" y="0"/>
                </a:cubicBezTo>
                <a:cubicBezTo>
                  <a:pt x="3778868" y="-61549"/>
                  <a:pt x="3979469" y="3461"/>
                  <a:pt x="4326026" y="0"/>
                </a:cubicBezTo>
                <a:cubicBezTo>
                  <a:pt x="4670641" y="40397"/>
                  <a:pt x="4801160" y="2093"/>
                  <a:pt x="4899355" y="0"/>
                </a:cubicBezTo>
                <a:cubicBezTo>
                  <a:pt x="4972821" y="-4221"/>
                  <a:pt x="5326959" y="8892"/>
                  <a:pt x="5550865" y="0"/>
                </a:cubicBezTo>
                <a:cubicBezTo>
                  <a:pt x="5793178" y="12267"/>
                  <a:pt x="6146346" y="-4531"/>
                  <a:pt x="6358738" y="0"/>
                </a:cubicBezTo>
                <a:cubicBezTo>
                  <a:pt x="6580825" y="49349"/>
                  <a:pt x="6739467" y="13524"/>
                  <a:pt x="6853885" y="0"/>
                </a:cubicBezTo>
                <a:cubicBezTo>
                  <a:pt x="7057243" y="-60557"/>
                  <a:pt x="7415107" y="-58698"/>
                  <a:pt x="7818120" y="0"/>
                </a:cubicBezTo>
                <a:cubicBezTo>
                  <a:pt x="7817705" y="7748"/>
                  <a:pt x="7817189" y="13015"/>
                  <a:pt x="7818120" y="18288"/>
                </a:cubicBezTo>
                <a:cubicBezTo>
                  <a:pt x="7693944" y="-3615"/>
                  <a:pt x="7376376" y="-6677"/>
                  <a:pt x="7244791" y="18288"/>
                </a:cubicBezTo>
                <a:cubicBezTo>
                  <a:pt x="7100086" y="-5717"/>
                  <a:pt x="6942350" y="35421"/>
                  <a:pt x="6827825" y="18288"/>
                </a:cubicBezTo>
                <a:cubicBezTo>
                  <a:pt x="6691364" y="27873"/>
                  <a:pt x="6342432" y="37332"/>
                  <a:pt x="6176315" y="18288"/>
                </a:cubicBezTo>
                <a:cubicBezTo>
                  <a:pt x="6012850" y="28657"/>
                  <a:pt x="5862979" y="-980"/>
                  <a:pt x="5681167" y="18288"/>
                </a:cubicBezTo>
                <a:cubicBezTo>
                  <a:pt x="5485624" y="71662"/>
                  <a:pt x="5295851" y="1288"/>
                  <a:pt x="5029657" y="18288"/>
                </a:cubicBezTo>
                <a:cubicBezTo>
                  <a:pt x="4753680" y="49046"/>
                  <a:pt x="4640335" y="38506"/>
                  <a:pt x="4378147" y="18288"/>
                </a:cubicBezTo>
                <a:cubicBezTo>
                  <a:pt x="4103046" y="-4537"/>
                  <a:pt x="4022480" y="43848"/>
                  <a:pt x="3726637" y="18288"/>
                </a:cubicBezTo>
                <a:cubicBezTo>
                  <a:pt x="3429109" y="3476"/>
                  <a:pt x="3316488" y="61415"/>
                  <a:pt x="3075127" y="18288"/>
                </a:cubicBezTo>
                <a:cubicBezTo>
                  <a:pt x="2821014" y="6093"/>
                  <a:pt x="2665050" y="-11263"/>
                  <a:pt x="2501798" y="18288"/>
                </a:cubicBezTo>
                <a:cubicBezTo>
                  <a:pt x="2343345" y="29394"/>
                  <a:pt x="2120041" y="-50427"/>
                  <a:pt x="1772107" y="18288"/>
                </a:cubicBezTo>
                <a:cubicBezTo>
                  <a:pt x="1424078" y="50665"/>
                  <a:pt x="1427418" y="32572"/>
                  <a:pt x="1120597" y="18288"/>
                </a:cubicBezTo>
                <a:cubicBezTo>
                  <a:pt x="796486" y="45938"/>
                  <a:pt x="243712" y="47798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18120"/>
                      <a:gd name="connsiteY0" fmla="*/ 0 h 18288"/>
                      <a:gd name="connsiteX1" fmla="*/ 416966 w 7818120"/>
                      <a:gd name="connsiteY1" fmla="*/ 0 h 18288"/>
                      <a:gd name="connsiteX2" fmla="*/ 1146658 w 7818120"/>
                      <a:gd name="connsiteY2" fmla="*/ 0 h 18288"/>
                      <a:gd name="connsiteX3" fmla="*/ 1563624 w 7818120"/>
                      <a:gd name="connsiteY3" fmla="*/ 0 h 18288"/>
                      <a:gd name="connsiteX4" fmla="*/ 2136953 w 7818120"/>
                      <a:gd name="connsiteY4" fmla="*/ 0 h 18288"/>
                      <a:gd name="connsiteX5" fmla="*/ 2944825 w 7818120"/>
                      <a:gd name="connsiteY5" fmla="*/ 0 h 18288"/>
                      <a:gd name="connsiteX6" fmla="*/ 3596335 w 7818120"/>
                      <a:gd name="connsiteY6" fmla="*/ 0 h 18288"/>
                      <a:gd name="connsiteX7" fmla="*/ 4326026 w 7818120"/>
                      <a:gd name="connsiteY7" fmla="*/ 0 h 18288"/>
                      <a:gd name="connsiteX8" fmla="*/ 4899355 w 7818120"/>
                      <a:gd name="connsiteY8" fmla="*/ 0 h 18288"/>
                      <a:gd name="connsiteX9" fmla="*/ 5550865 w 7818120"/>
                      <a:gd name="connsiteY9" fmla="*/ 0 h 18288"/>
                      <a:gd name="connsiteX10" fmla="*/ 6358738 w 7818120"/>
                      <a:gd name="connsiteY10" fmla="*/ 0 h 18288"/>
                      <a:gd name="connsiteX11" fmla="*/ 6853885 w 7818120"/>
                      <a:gd name="connsiteY11" fmla="*/ 0 h 18288"/>
                      <a:gd name="connsiteX12" fmla="*/ 7818120 w 7818120"/>
                      <a:gd name="connsiteY12" fmla="*/ 0 h 18288"/>
                      <a:gd name="connsiteX13" fmla="*/ 7818120 w 7818120"/>
                      <a:gd name="connsiteY13" fmla="*/ 18288 h 18288"/>
                      <a:gd name="connsiteX14" fmla="*/ 7244791 w 7818120"/>
                      <a:gd name="connsiteY14" fmla="*/ 18288 h 18288"/>
                      <a:gd name="connsiteX15" fmla="*/ 6827825 w 7818120"/>
                      <a:gd name="connsiteY15" fmla="*/ 18288 h 18288"/>
                      <a:gd name="connsiteX16" fmla="*/ 6176315 w 7818120"/>
                      <a:gd name="connsiteY16" fmla="*/ 18288 h 18288"/>
                      <a:gd name="connsiteX17" fmla="*/ 5681167 w 7818120"/>
                      <a:gd name="connsiteY17" fmla="*/ 18288 h 18288"/>
                      <a:gd name="connsiteX18" fmla="*/ 5029657 w 7818120"/>
                      <a:gd name="connsiteY18" fmla="*/ 18288 h 18288"/>
                      <a:gd name="connsiteX19" fmla="*/ 4378147 w 7818120"/>
                      <a:gd name="connsiteY19" fmla="*/ 18288 h 18288"/>
                      <a:gd name="connsiteX20" fmla="*/ 3726637 w 7818120"/>
                      <a:gd name="connsiteY20" fmla="*/ 18288 h 18288"/>
                      <a:gd name="connsiteX21" fmla="*/ 3075127 w 7818120"/>
                      <a:gd name="connsiteY21" fmla="*/ 18288 h 18288"/>
                      <a:gd name="connsiteX22" fmla="*/ 2501798 w 7818120"/>
                      <a:gd name="connsiteY22" fmla="*/ 18288 h 18288"/>
                      <a:gd name="connsiteX23" fmla="*/ 1772107 w 7818120"/>
                      <a:gd name="connsiteY23" fmla="*/ 18288 h 18288"/>
                      <a:gd name="connsiteX24" fmla="*/ 1120597 w 7818120"/>
                      <a:gd name="connsiteY24" fmla="*/ 18288 h 18288"/>
                      <a:gd name="connsiteX25" fmla="*/ 0 w 7818120"/>
                      <a:gd name="connsiteY25" fmla="*/ 18288 h 18288"/>
                      <a:gd name="connsiteX26" fmla="*/ 0 w 7818120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818120" h="18288" fill="none" extrusionOk="0">
                        <a:moveTo>
                          <a:pt x="0" y="0"/>
                        </a:moveTo>
                        <a:cubicBezTo>
                          <a:pt x="121520" y="-12182"/>
                          <a:pt x="211324" y="18247"/>
                          <a:pt x="416966" y="0"/>
                        </a:cubicBezTo>
                        <a:cubicBezTo>
                          <a:pt x="622608" y="-18247"/>
                          <a:pt x="891241" y="-13744"/>
                          <a:pt x="1146658" y="0"/>
                        </a:cubicBezTo>
                        <a:cubicBezTo>
                          <a:pt x="1402075" y="13744"/>
                          <a:pt x="1378880" y="-8543"/>
                          <a:pt x="1563624" y="0"/>
                        </a:cubicBezTo>
                        <a:cubicBezTo>
                          <a:pt x="1748368" y="8543"/>
                          <a:pt x="1972300" y="7443"/>
                          <a:pt x="2136953" y="0"/>
                        </a:cubicBezTo>
                        <a:cubicBezTo>
                          <a:pt x="2301606" y="-7443"/>
                          <a:pt x="2679634" y="12382"/>
                          <a:pt x="2944825" y="0"/>
                        </a:cubicBezTo>
                        <a:cubicBezTo>
                          <a:pt x="3210016" y="-12382"/>
                          <a:pt x="3409232" y="17967"/>
                          <a:pt x="3596335" y="0"/>
                        </a:cubicBezTo>
                        <a:cubicBezTo>
                          <a:pt x="3783438" y="-17967"/>
                          <a:pt x="4002523" y="-28578"/>
                          <a:pt x="4326026" y="0"/>
                        </a:cubicBezTo>
                        <a:cubicBezTo>
                          <a:pt x="4649529" y="28578"/>
                          <a:pt x="4777384" y="-3624"/>
                          <a:pt x="4899355" y="0"/>
                        </a:cubicBezTo>
                        <a:cubicBezTo>
                          <a:pt x="5021326" y="3624"/>
                          <a:pt x="5317653" y="1281"/>
                          <a:pt x="5550865" y="0"/>
                        </a:cubicBezTo>
                        <a:cubicBezTo>
                          <a:pt x="5784077" y="-1281"/>
                          <a:pt x="6142956" y="-39637"/>
                          <a:pt x="6358738" y="0"/>
                        </a:cubicBezTo>
                        <a:cubicBezTo>
                          <a:pt x="6574520" y="39637"/>
                          <a:pt x="6724785" y="-4460"/>
                          <a:pt x="6853885" y="0"/>
                        </a:cubicBezTo>
                        <a:cubicBezTo>
                          <a:pt x="6982985" y="4460"/>
                          <a:pt x="7403044" y="-1955"/>
                          <a:pt x="7818120" y="0"/>
                        </a:cubicBezTo>
                        <a:cubicBezTo>
                          <a:pt x="7817988" y="7702"/>
                          <a:pt x="7817908" y="13511"/>
                          <a:pt x="7818120" y="18288"/>
                        </a:cubicBezTo>
                        <a:cubicBezTo>
                          <a:pt x="7698847" y="-3267"/>
                          <a:pt x="7390924" y="22979"/>
                          <a:pt x="7244791" y="18288"/>
                        </a:cubicBezTo>
                        <a:cubicBezTo>
                          <a:pt x="7098658" y="13597"/>
                          <a:pt x="6952735" y="29357"/>
                          <a:pt x="6827825" y="18288"/>
                        </a:cubicBezTo>
                        <a:cubicBezTo>
                          <a:pt x="6702915" y="7219"/>
                          <a:pt x="6338661" y="34530"/>
                          <a:pt x="6176315" y="18288"/>
                        </a:cubicBezTo>
                        <a:cubicBezTo>
                          <a:pt x="6013969" y="2047"/>
                          <a:pt x="5850602" y="6362"/>
                          <a:pt x="5681167" y="18288"/>
                        </a:cubicBezTo>
                        <a:cubicBezTo>
                          <a:pt x="5511732" y="30214"/>
                          <a:pt x="5312143" y="419"/>
                          <a:pt x="5029657" y="18288"/>
                        </a:cubicBezTo>
                        <a:cubicBezTo>
                          <a:pt x="4747171" y="36158"/>
                          <a:pt x="4655062" y="30740"/>
                          <a:pt x="4378147" y="18288"/>
                        </a:cubicBezTo>
                        <a:cubicBezTo>
                          <a:pt x="4101232" y="5837"/>
                          <a:pt x="4037646" y="44706"/>
                          <a:pt x="3726637" y="18288"/>
                        </a:cubicBezTo>
                        <a:cubicBezTo>
                          <a:pt x="3415628" y="-8130"/>
                          <a:pt x="3321756" y="45507"/>
                          <a:pt x="3075127" y="18288"/>
                        </a:cubicBezTo>
                        <a:cubicBezTo>
                          <a:pt x="2828498" y="-8931"/>
                          <a:pt x="2684733" y="14853"/>
                          <a:pt x="2501798" y="18288"/>
                        </a:cubicBezTo>
                        <a:cubicBezTo>
                          <a:pt x="2318863" y="21723"/>
                          <a:pt x="2121844" y="-13013"/>
                          <a:pt x="1772107" y="18288"/>
                        </a:cubicBezTo>
                        <a:cubicBezTo>
                          <a:pt x="1422370" y="49589"/>
                          <a:pt x="1431548" y="31666"/>
                          <a:pt x="1120597" y="18288"/>
                        </a:cubicBezTo>
                        <a:cubicBezTo>
                          <a:pt x="809646" y="4911"/>
                          <a:pt x="246393" y="5624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7818120" h="18288" stroke="0" extrusionOk="0">
                        <a:moveTo>
                          <a:pt x="0" y="0"/>
                        </a:moveTo>
                        <a:cubicBezTo>
                          <a:pt x="177487" y="-4302"/>
                          <a:pt x="287499" y="4997"/>
                          <a:pt x="573329" y="0"/>
                        </a:cubicBezTo>
                        <a:cubicBezTo>
                          <a:pt x="859159" y="-4997"/>
                          <a:pt x="821965" y="-336"/>
                          <a:pt x="990295" y="0"/>
                        </a:cubicBezTo>
                        <a:cubicBezTo>
                          <a:pt x="1158625" y="336"/>
                          <a:pt x="1587918" y="-4681"/>
                          <a:pt x="1798168" y="0"/>
                        </a:cubicBezTo>
                        <a:cubicBezTo>
                          <a:pt x="2008418" y="4681"/>
                          <a:pt x="2088841" y="-2754"/>
                          <a:pt x="2371496" y="0"/>
                        </a:cubicBezTo>
                        <a:cubicBezTo>
                          <a:pt x="2654151" y="2754"/>
                          <a:pt x="2701462" y="-24976"/>
                          <a:pt x="2944825" y="0"/>
                        </a:cubicBezTo>
                        <a:cubicBezTo>
                          <a:pt x="3188188" y="24976"/>
                          <a:pt x="3511636" y="25407"/>
                          <a:pt x="3752698" y="0"/>
                        </a:cubicBezTo>
                        <a:cubicBezTo>
                          <a:pt x="3993760" y="-25407"/>
                          <a:pt x="4107153" y="6432"/>
                          <a:pt x="4247845" y="0"/>
                        </a:cubicBezTo>
                        <a:cubicBezTo>
                          <a:pt x="4388537" y="-6432"/>
                          <a:pt x="4835598" y="-5108"/>
                          <a:pt x="5055718" y="0"/>
                        </a:cubicBezTo>
                        <a:cubicBezTo>
                          <a:pt x="5275838" y="5108"/>
                          <a:pt x="5461006" y="-24536"/>
                          <a:pt x="5863590" y="0"/>
                        </a:cubicBezTo>
                        <a:cubicBezTo>
                          <a:pt x="6266174" y="24536"/>
                          <a:pt x="6355549" y="-19657"/>
                          <a:pt x="6515100" y="0"/>
                        </a:cubicBezTo>
                        <a:cubicBezTo>
                          <a:pt x="6674651" y="19657"/>
                          <a:pt x="7275423" y="-57462"/>
                          <a:pt x="7818120" y="0"/>
                        </a:cubicBezTo>
                        <a:cubicBezTo>
                          <a:pt x="7818132" y="8833"/>
                          <a:pt x="7818660" y="9830"/>
                          <a:pt x="7818120" y="18288"/>
                        </a:cubicBezTo>
                        <a:cubicBezTo>
                          <a:pt x="7610240" y="4606"/>
                          <a:pt x="7521789" y="7721"/>
                          <a:pt x="7401154" y="18288"/>
                        </a:cubicBezTo>
                        <a:cubicBezTo>
                          <a:pt x="7280519" y="28855"/>
                          <a:pt x="6930719" y="4225"/>
                          <a:pt x="6593281" y="18288"/>
                        </a:cubicBezTo>
                        <a:cubicBezTo>
                          <a:pt x="6255843" y="32351"/>
                          <a:pt x="6286682" y="1162"/>
                          <a:pt x="6098134" y="18288"/>
                        </a:cubicBezTo>
                        <a:cubicBezTo>
                          <a:pt x="5909586" y="35414"/>
                          <a:pt x="5602789" y="48596"/>
                          <a:pt x="5446624" y="18288"/>
                        </a:cubicBezTo>
                        <a:cubicBezTo>
                          <a:pt x="5290459" y="-12020"/>
                          <a:pt x="4917039" y="21960"/>
                          <a:pt x="4638751" y="18288"/>
                        </a:cubicBezTo>
                        <a:cubicBezTo>
                          <a:pt x="4360463" y="14616"/>
                          <a:pt x="4304690" y="5450"/>
                          <a:pt x="3987241" y="18288"/>
                        </a:cubicBezTo>
                        <a:cubicBezTo>
                          <a:pt x="3669792" y="31127"/>
                          <a:pt x="3758742" y="32551"/>
                          <a:pt x="3570275" y="18288"/>
                        </a:cubicBezTo>
                        <a:cubicBezTo>
                          <a:pt x="3381808" y="4025"/>
                          <a:pt x="3267153" y="36200"/>
                          <a:pt x="3075127" y="18288"/>
                        </a:cubicBezTo>
                        <a:cubicBezTo>
                          <a:pt x="2883101" y="376"/>
                          <a:pt x="2665825" y="10973"/>
                          <a:pt x="2267255" y="18288"/>
                        </a:cubicBezTo>
                        <a:cubicBezTo>
                          <a:pt x="1868685" y="25603"/>
                          <a:pt x="1884698" y="28410"/>
                          <a:pt x="1615745" y="18288"/>
                        </a:cubicBezTo>
                        <a:cubicBezTo>
                          <a:pt x="1346792" y="8167"/>
                          <a:pt x="1320952" y="10430"/>
                          <a:pt x="1120597" y="18288"/>
                        </a:cubicBezTo>
                        <a:cubicBezTo>
                          <a:pt x="920242" y="26146"/>
                          <a:pt x="556507" y="50790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BDE77C8-DDBB-E2C9-C2CA-A617F0409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03039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28462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300"/>
              <a:t> Hello packets are used to:</a:t>
            </a:r>
            <a:br>
              <a:rPr lang="en-GB" sz="4300"/>
            </a:br>
            <a:endParaRPr lang="en-IE" sz="43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  <a:gd name="connsiteX0" fmla="*/ 0 w 7818120"/>
              <a:gd name="connsiteY0" fmla="*/ 0 h 18288"/>
              <a:gd name="connsiteX1" fmla="*/ 573329 w 7818120"/>
              <a:gd name="connsiteY1" fmla="*/ 0 h 18288"/>
              <a:gd name="connsiteX2" fmla="*/ 990295 w 7818120"/>
              <a:gd name="connsiteY2" fmla="*/ 0 h 18288"/>
              <a:gd name="connsiteX3" fmla="*/ 1394232 w 7818120"/>
              <a:gd name="connsiteY3" fmla="*/ 0 h 18288"/>
              <a:gd name="connsiteX4" fmla="*/ 1798168 w 7818120"/>
              <a:gd name="connsiteY4" fmla="*/ 0 h 18288"/>
              <a:gd name="connsiteX5" fmla="*/ 2371496 w 7818120"/>
              <a:gd name="connsiteY5" fmla="*/ 0 h 18288"/>
              <a:gd name="connsiteX6" fmla="*/ 2944825 w 7818120"/>
              <a:gd name="connsiteY6" fmla="*/ 0 h 18288"/>
              <a:gd name="connsiteX7" fmla="*/ 3752698 w 7818120"/>
              <a:gd name="connsiteY7" fmla="*/ 0 h 18288"/>
              <a:gd name="connsiteX8" fmla="*/ 4247845 w 7818120"/>
              <a:gd name="connsiteY8" fmla="*/ 0 h 18288"/>
              <a:gd name="connsiteX9" fmla="*/ 5055718 w 7818120"/>
              <a:gd name="connsiteY9" fmla="*/ 0 h 18288"/>
              <a:gd name="connsiteX10" fmla="*/ 5863590 w 7818120"/>
              <a:gd name="connsiteY10" fmla="*/ 0 h 18288"/>
              <a:gd name="connsiteX11" fmla="*/ 6515100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401154 w 7818120"/>
              <a:gd name="connsiteY14" fmla="*/ 18288 h 18288"/>
              <a:gd name="connsiteX15" fmla="*/ 6593281 w 7818120"/>
              <a:gd name="connsiteY15" fmla="*/ 18288 h 18288"/>
              <a:gd name="connsiteX16" fmla="*/ 6098134 w 7818120"/>
              <a:gd name="connsiteY16" fmla="*/ 18288 h 18288"/>
              <a:gd name="connsiteX17" fmla="*/ 5446624 w 7818120"/>
              <a:gd name="connsiteY17" fmla="*/ 18288 h 18288"/>
              <a:gd name="connsiteX18" fmla="*/ 4638751 w 7818120"/>
              <a:gd name="connsiteY18" fmla="*/ 18288 h 18288"/>
              <a:gd name="connsiteX19" fmla="*/ 3987241 w 7818120"/>
              <a:gd name="connsiteY19" fmla="*/ 18288 h 18288"/>
              <a:gd name="connsiteX20" fmla="*/ 3570275 w 7818120"/>
              <a:gd name="connsiteY20" fmla="*/ 18288 h 18288"/>
              <a:gd name="connsiteX21" fmla="*/ 3075127 w 7818120"/>
              <a:gd name="connsiteY21" fmla="*/ 18288 h 18288"/>
              <a:gd name="connsiteX22" fmla="*/ 2267255 w 7818120"/>
              <a:gd name="connsiteY22" fmla="*/ 18288 h 18288"/>
              <a:gd name="connsiteX23" fmla="*/ 1615745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01002" y="-20048"/>
                  <a:pt x="215808" y="13837"/>
                  <a:pt x="416966" y="0"/>
                </a:cubicBezTo>
                <a:cubicBezTo>
                  <a:pt x="573264" y="9422"/>
                  <a:pt x="897859" y="4188"/>
                  <a:pt x="1146658" y="0"/>
                </a:cubicBezTo>
                <a:cubicBezTo>
                  <a:pt x="1409722" y="12227"/>
                  <a:pt x="1377475" y="-3286"/>
                  <a:pt x="1563624" y="0"/>
                </a:cubicBezTo>
                <a:cubicBezTo>
                  <a:pt x="1758084" y="11330"/>
                  <a:pt x="1967746" y="-7403"/>
                  <a:pt x="2136953" y="0"/>
                </a:cubicBezTo>
                <a:cubicBezTo>
                  <a:pt x="2354826" y="-5751"/>
                  <a:pt x="2687014" y="20029"/>
                  <a:pt x="2944825" y="0"/>
                </a:cubicBezTo>
                <a:cubicBezTo>
                  <a:pt x="3238848" y="15226"/>
                  <a:pt x="3415761" y="33925"/>
                  <a:pt x="3596335" y="0"/>
                </a:cubicBezTo>
                <a:cubicBezTo>
                  <a:pt x="3815108" y="13362"/>
                  <a:pt x="3972448" y="-68797"/>
                  <a:pt x="4326026" y="0"/>
                </a:cubicBezTo>
                <a:cubicBezTo>
                  <a:pt x="4638028" y="39995"/>
                  <a:pt x="4794473" y="211"/>
                  <a:pt x="4899355" y="0"/>
                </a:cubicBezTo>
                <a:cubicBezTo>
                  <a:pt x="5037170" y="-13296"/>
                  <a:pt x="5289722" y="-48609"/>
                  <a:pt x="5550865" y="0"/>
                </a:cubicBezTo>
                <a:cubicBezTo>
                  <a:pt x="5740088" y="19163"/>
                  <a:pt x="6143605" y="-29909"/>
                  <a:pt x="6358738" y="0"/>
                </a:cubicBezTo>
                <a:cubicBezTo>
                  <a:pt x="6556443" y="18955"/>
                  <a:pt x="6741581" y="-22634"/>
                  <a:pt x="6853885" y="0"/>
                </a:cubicBezTo>
                <a:cubicBezTo>
                  <a:pt x="6996029" y="20497"/>
                  <a:pt x="7453286" y="6658"/>
                  <a:pt x="7818120" y="0"/>
                </a:cubicBezTo>
                <a:cubicBezTo>
                  <a:pt x="7817552" y="7862"/>
                  <a:pt x="7817901" y="13269"/>
                  <a:pt x="7818120" y="18288"/>
                </a:cubicBezTo>
                <a:cubicBezTo>
                  <a:pt x="7701883" y="-33961"/>
                  <a:pt x="7395843" y="8437"/>
                  <a:pt x="7244791" y="18288"/>
                </a:cubicBezTo>
                <a:cubicBezTo>
                  <a:pt x="7088282" y="14407"/>
                  <a:pt x="6958165" y="20902"/>
                  <a:pt x="6827825" y="18288"/>
                </a:cubicBezTo>
                <a:cubicBezTo>
                  <a:pt x="6715653" y="-2805"/>
                  <a:pt x="6356779" y="33124"/>
                  <a:pt x="6176315" y="18288"/>
                </a:cubicBezTo>
                <a:cubicBezTo>
                  <a:pt x="6015867" y="-5301"/>
                  <a:pt x="5852369" y="-275"/>
                  <a:pt x="5681167" y="18288"/>
                </a:cubicBezTo>
                <a:cubicBezTo>
                  <a:pt x="5508002" y="48742"/>
                  <a:pt x="5304989" y="-7247"/>
                  <a:pt x="5029657" y="18288"/>
                </a:cubicBezTo>
                <a:cubicBezTo>
                  <a:pt x="4760375" y="46790"/>
                  <a:pt x="4637400" y="35678"/>
                  <a:pt x="4378147" y="18288"/>
                </a:cubicBezTo>
                <a:cubicBezTo>
                  <a:pt x="4094943" y="8043"/>
                  <a:pt x="4037303" y="27568"/>
                  <a:pt x="3726637" y="18288"/>
                </a:cubicBezTo>
                <a:cubicBezTo>
                  <a:pt x="3400340" y="-2459"/>
                  <a:pt x="3320728" y="61058"/>
                  <a:pt x="3075127" y="18288"/>
                </a:cubicBezTo>
                <a:cubicBezTo>
                  <a:pt x="2809301" y="-25757"/>
                  <a:pt x="2702630" y="16477"/>
                  <a:pt x="2501798" y="18288"/>
                </a:cubicBezTo>
                <a:cubicBezTo>
                  <a:pt x="2308686" y="20751"/>
                  <a:pt x="2079466" y="5550"/>
                  <a:pt x="1772107" y="18288"/>
                </a:cubicBezTo>
                <a:cubicBezTo>
                  <a:pt x="1420202" y="47064"/>
                  <a:pt x="1431765" y="28913"/>
                  <a:pt x="1120597" y="18288"/>
                </a:cubicBezTo>
                <a:cubicBezTo>
                  <a:pt x="791266" y="31607"/>
                  <a:pt x="235945" y="82322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61767" y="-7030"/>
                  <a:pt x="286873" y="-11228"/>
                  <a:pt x="573329" y="0"/>
                </a:cubicBezTo>
                <a:cubicBezTo>
                  <a:pt x="860952" y="-8429"/>
                  <a:pt x="823968" y="-2420"/>
                  <a:pt x="990295" y="0"/>
                </a:cubicBezTo>
                <a:cubicBezTo>
                  <a:pt x="1144921" y="-13846"/>
                  <a:pt x="1288801" y="10931"/>
                  <a:pt x="1394232" y="0"/>
                </a:cubicBezTo>
                <a:cubicBezTo>
                  <a:pt x="1499663" y="-10931"/>
                  <a:pt x="1677634" y="10318"/>
                  <a:pt x="1798168" y="0"/>
                </a:cubicBezTo>
                <a:cubicBezTo>
                  <a:pt x="2021167" y="5465"/>
                  <a:pt x="2087775" y="-15972"/>
                  <a:pt x="2371496" y="0"/>
                </a:cubicBezTo>
                <a:cubicBezTo>
                  <a:pt x="2646084" y="3640"/>
                  <a:pt x="2709294" y="-15431"/>
                  <a:pt x="2944825" y="0"/>
                </a:cubicBezTo>
                <a:cubicBezTo>
                  <a:pt x="3182104" y="39801"/>
                  <a:pt x="3563508" y="7189"/>
                  <a:pt x="3752698" y="0"/>
                </a:cubicBezTo>
                <a:cubicBezTo>
                  <a:pt x="4004713" y="-51688"/>
                  <a:pt x="4111759" y="8465"/>
                  <a:pt x="4247845" y="0"/>
                </a:cubicBezTo>
                <a:cubicBezTo>
                  <a:pt x="4409051" y="-38636"/>
                  <a:pt x="4840912" y="-6880"/>
                  <a:pt x="5055718" y="0"/>
                </a:cubicBezTo>
                <a:cubicBezTo>
                  <a:pt x="5318987" y="12828"/>
                  <a:pt x="5464207" y="16349"/>
                  <a:pt x="5863590" y="0"/>
                </a:cubicBezTo>
                <a:cubicBezTo>
                  <a:pt x="6258188" y="21536"/>
                  <a:pt x="6373895" y="-20866"/>
                  <a:pt x="6515100" y="0"/>
                </a:cubicBezTo>
                <a:cubicBezTo>
                  <a:pt x="6673199" y="-42487"/>
                  <a:pt x="7368245" y="-124798"/>
                  <a:pt x="7818120" y="0"/>
                </a:cubicBezTo>
                <a:cubicBezTo>
                  <a:pt x="7818163" y="8895"/>
                  <a:pt x="7818750" y="9828"/>
                  <a:pt x="7818120" y="18288"/>
                </a:cubicBezTo>
                <a:cubicBezTo>
                  <a:pt x="7615777" y="-1071"/>
                  <a:pt x="7527543" y="-5750"/>
                  <a:pt x="7401154" y="18288"/>
                </a:cubicBezTo>
                <a:cubicBezTo>
                  <a:pt x="7322611" y="47896"/>
                  <a:pt x="6964426" y="-24966"/>
                  <a:pt x="6593281" y="18288"/>
                </a:cubicBezTo>
                <a:cubicBezTo>
                  <a:pt x="6260055" y="33833"/>
                  <a:pt x="6287545" y="-3963"/>
                  <a:pt x="6098134" y="18288"/>
                </a:cubicBezTo>
                <a:cubicBezTo>
                  <a:pt x="5900337" y="14995"/>
                  <a:pt x="5605990" y="72621"/>
                  <a:pt x="5446624" y="18288"/>
                </a:cubicBezTo>
                <a:cubicBezTo>
                  <a:pt x="5244167" y="-23104"/>
                  <a:pt x="4914971" y="-34358"/>
                  <a:pt x="4638751" y="18288"/>
                </a:cubicBezTo>
                <a:cubicBezTo>
                  <a:pt x="4353273" y="8380"/>
                  <a:pt x="4297533" y="13876"/>
                  <a:pt x="3987241" y="18288"/>
                </a:cubicBezTo>
                <a:cubicBezTo>
                  <a:pt x="3687723" y="41876"/>
                  <a:pt x="3776181" y="30039"/>
                  <a:pt x="3570275" y="18288"/>
                </a:cubicBezTo>
                <a:cubicBezTo>
                  <a:pt x="3396160" y="10249"/>
                  <a:pt x="3285909" y="48310"/>
                  <a:pt x="3075127" y="18288"/>
                </a:cubicBezTo>
                <a:cubicBezTo>
                  <a:pt x="2869474" y="41512"/>
                  <a:pt x="2676329" y="4972"/>
                  <a:pt x="2267255" y="18288"/>
                </a:cubicBezTo>
                <a:cubicBezTo>
                  <a:pt x="1866401" y="24532"/>
                  <a:pt x="1882987" y="25696"/>
                  <a:pt x="1615745" y="18288"/>
                </a:cubicBezTo>
                <a:cubicBezTo>
                  <a:pt x="1346085" y="13379"/>
                  <a:pt x="1323312" y="12392"/>
                  <a:pt x="1120597" y="18288"/>
                </a:cubicBezTo>
                <a:cubicBezTo>
                  <a:pt x="940237" y="-60975"/>
                  <a:pt x="569386" y="27591"/>
                  <a:pt x="0" y="18288"/>
                </a:cubicBezTo>
                <a:cubicBezTo>
                  <a:pt x="1751" y="14440"/>
                  <a:pt x="-1272" y="7740"/>
                  <a:pt x="0" y="0"/>
                </a:cubicBezTo>
                <a:close/>
              </a:path>
              <a:path w="7818120" h="18288" fill="none" stroke="0" extrusionOk="0">
                <a:moveTo>
                  <a:pt x="0" y="0"/>
                </a:moveTo>
                <a:cubicBezTo>
                  <a:pt x="102311" y="-24031"/>
                  <a:pt x="206428" y="20084"/>
                  <a:pt x="416966" y="0"/>
                </a:cubicBezTo>
                <a:cubicBezTo>
                  <a:pt x="662339" y="-9883"/>
                  <a:pt x="833564" y="-11910"/>
                  <a:pt x="1146658" y="0"/>
                </a:cubicBezTo>
                <a:cubicBezTo>
                  <a:pt x="1398993" y="16754"/>
                  <a:pt x="1378239" y="-4997"/>
                  <a:pt x="1563624" y="0"/>
                </a:cubicBezTo>
                <a:cubicBezTo>
                  <a:pt x="1738265" y="3015"/>
                  <a:pt x="2006667" y="23864"/>
                  <a:pt x="2136953" y="0"/>
                </a:cubicBezTo>
                <a:cubicBezTo>
                  <a:pt x="2338524" y="-3063"/>
                  <a:pt x="2693378" y="-15904"/>
                  <a:pt x="2944825" y="0"/>
                </a:cubicBezTo>
                <a:cubicBezTo>
                  <a:pt x="3201439" y="-13695"/>
                  <a:pt x="3379198" y="46243"/>
                  <a:pt x="3596335" y="0"/>
                </a:cubicBezTo>
                <a:cubicBezTo>
                  <a:pt x="3778868" y="-61549"/>
                  <a:pt x="3979469" y="3461"/>
                  <a:pt x="4326026" y="0"/>
                </a:cubicBezTo>
                <a:cubicBezTo>
                  <a:pt x="4670641" y="40397"/>
                  <a:pt x="4801160" y="2093"/>
                  <a:pt x="4899355" y="0"/>
                </a:cubicBezTo>
                <a:cubicBezTo>
                  <a:pt x="4972821" y="-4221"/>
                  <a:pt x="5326959" y="8892"/>
                  <a:pt x="5550865" y="0"/>
                </a:cubicBezTo>
                <a:cubicBezTo>
                  <a:pt x="5793178" y="12267"/>
                  <a:pt x="6146346" y="-4531"/>
                  <a:pt x="6358738" y="0"/>
                </a:cubicBezTo>
                <a:cubicBezTo>
                  <a:pt x="6580825" y="49349"/>
                  <a:pt x="6739467" y="13524"/>
                  <a:pt x="6853885" y="0"/>
                </a:cubicBezTo>
                <a:cubicBezTo>
                  <a:pt x="7057243" y="-60557"/>
                  <a:pt x="7415107" y="-58698"/>
                  <a:pt x="7818120" y="0"/>
                </a:cubicBezTo>
                <a:cubicBezTo>
                  <a:pt x="7817705" y="7748"/>
                  <a:pt x="7817189" y="13015"/>
                  <a:pt x="7818120" y="18288"/>
                </a:cubicBezTo>
                <a:cubicBezTo>
                  <a:pt x="7693944" y="-3615"/>
                  <a:pt x="7376376" y="-6677"/>
                  <a:pt x="7244791" y="18288"/>
                </a:cubicBezTo>
                <a:cubicBezTo>
                  <a:pt x="7100086" y="-5717"/>
                  <a:pt x="6942350" y="35421"/>
                  <a:pt x="6827825" y="18288"/>
                </a:cubicBezTo>
                <a:cubicBezTo>
                  <a:pt x="6691364" y="27873"/>
                  <a:pt x="6342432" y="37332"/>
                  <a:pt x="6176315" y="18288"/>
                </a:cubicBezTo>
                <a:cubicBezTo>
                  <a:pt x="6012850" y="28657"/>
                  <a:pt x="5862979" y="-980"/>
                  <a:pt x="5681167" y="18288"/>
                </a:cubicBezTo>
                <a:cubicBezTo>
                  <a:pt x="5485624" y="71662"/>
                  <a:pt x="5295851" y="1288"/>
                  <a:pt x="5029657" y="18288"/>
                </a:cubicBezTo>
                <a:cubicBezTo>
                  <a:pt x="4753680" y="49046"/>
                  <a:pt x="4640335" y="38506"/>
                  <a:pt x="4378147" y="18288"/>
                </a:cubicBezTo>
                <a:cubicBezTo>
                  <a:pt x="4103046" y="-4537"/>
                  <a:pt x="4022480" y="43848"/>
                  <a:pt x="3726637" y="18288"/>
                </a:cubicBezTo>
                <a:cubicBezTo>
                  <a:pt x="3429109" y="3476"/>
                  <a:pt x="3316488" y="61415"/>
                  <a:pt x="3075127" y="18288"/>
                </a:cubicBezTo>
                <a:cubicBezTo>
                  <a:pt x="2821014" y="6093"/>
                  <a:pt x="2665050" y="-11263"/>
                  <a:pt x="2501798" y="18288"/>
                </a:cubicBezTo>
                <a:cubicBezTo>
                  <a:pt x="2343345" y="29394"/>
                  <a:pt x="2120041" y="-50427"/>
                  <a:pt x="1772107" y="18288"/>
                </a:cubicBezTo>
                <a:cubicBezTo>
                  <a:pt x="1424078" y="50665"/>
                  <a:pt x="1427418" y="32572"/>
                  <a:pt x="1120597" y="18288"/>
                </a:cubicBezTo>
                <a:cubicBezTo>
                  <a:pt x="796486" y="45938"/>
                  <a:pt x="243712" y="47798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18120"/>
                      <a:gd name="connsiteY0" fmla="*/ 0 h 18288"/>
                      <a:gd name="connsiteX1" fmla="*/ 416966 w 7818120"/>
                      <a:gd name="connsiteY1" fmla="*/ 0 h 18288"/>
                      <a:gd name="connsiteX2" fmla="*/ 1146658 w 7818120"/>
                      <a:gd name="connsiteY2" fmla="*/ 0 h 18288"/>
                      <a:gd name="connsiteX3" fmla="*/ 1563624 w 7818120"/>
                      <a:gd name="connsiteY3" fmla="*/ 0 h 18288"/>
                      <a:gd name="connsiteX4" fmla="*/ 2136953 w 7818120"/>
                      <a:gd name="connsiteY4" fmla="*/ 0 h 18288"/>
                      <a:gd name="connsiteX5" fmla="*/ 2944825 w 7818120"/>
                      <a:gd name="connsiteY5" fmla="*/ 0 h 18288"/>
                      <a:gd name="connsiteX6" fmla="*/ 3596335 w 7818120"/>
                      <a:gd name="connsiteY6" fmla="*/ 0 h 18288"/>
                      <a:gd name="connsiteX7" fmla="*/ 4326026 w 7818120"/>
                      <a:gd name="connsiteY7" fmla="*/ 0 h 18288"/>
                      <a:gd name="connsiteX8" fmla="*/ 4899355 w 7818120"/>
                      <a:gd name="connsiteY8" fmla="*/ 0 h 18288"/>
                      <a:gd name="connsiteX9" fmla="*/ 5550865 w 7818120"/>
                      <a:gd name="connsiteY9" fmla="*/ 0 h 18288"/>
                      <a:gd name="connsiteX10" fmla="*/ 6358738 w 7818120"/>
                      <a:gd name="connsiteY10" fmla="*/ 0 h 18288"/>
                      <a:gd name="connsiteX11" fmla="*/ 6853885 w 7818120"/>
                      <a:gd name="connsiteY11" fmla="*/ 0 h 18288"/>
                      <a:gd name="connsiteX12" fmla="*/ 7818120 w 7818120"/>
                      <a:gd name="connsiteY12" fmla="*/ 0 h 18288"/>
                      <a:gd name="connsiteX13" fmla="*/ 7818120 w 7818120"/>
                      <a:gd name="connsiteY13" fmla="*/ 18288 h 18288"/>
                      <a:gd name="connsiteX14" fmla="*/ 7244791 w 7818120"/>
                      <a:gd name="connsiteY14" fmla="*/ 18288 h 18288"/>
                      <a:gd name="connsiteX15" fmla="*/ 6827825 w 7818120"/>
                      <a:gd name="connsiteY15" fmla="*/ 18288 h 18288"/>
                      <a:gd name="connsiteX16" fmla="*/ 6176315 w 7818120"/>
                      <a:gd name="connsiteY16" fmla="*/ 18288 h 18288"/>
                      <a:gd name="connsiteX17" fmla="*/ 5681167 w 7818120"/>
                      <a:gd name="connsiteY17" fmla="*/ 18288 h 18288"/>
                      <a:gd name="connsiteX18" fmla="*/ 5029657 w 7818120"/>
                      <a:gd name="connsiteY18" fmla="*/ 18288 h 18288"/>
                      <a:gd name="connsiteX19" fmla="*/ 4378147 w 7818120"/>
                      <a:gd name="connsiteY19" fmla="*/ 18288 h 18288"/>
                      <a:gd name="connsiteX20" fmla="*/ 3726637 w 7818120"/>
                      <a:gd name="connsiteY20" fmla="*/ 18288 h 18288"/>
                      <a:gd name="connsiteX21" fmla="*/ 3075127 w 7818120"/>
                      <a:gd name="connsiteY21" fmla="*/ 18288 h 18288"/>
                      <a:gd name="connsiteX22" fmla="*/ 2501798 w 7818120"/>
                      <a:gd name="connsiteY22" fmla="*/ 18288 h 18288"/>
                      <a:gd name="connsiteX23" fmla="*/ 1772107 w 7818120"/>
                      <a:gd name="connsiteY23" fmla="*/ 18288 h 18288"/>
                      <a:gd name="connsiteX24" fmla="*/ 1120597 w 7818120"/>
                      <a:gd name="connsiteY24" fmla="*/ 18288 h 18288"/>
                      <a:gd name="connsiteX25" fmla="*/ 0 w 7818120"/>
                      <a:gd name="connsiteY25" fmla="*/ 18288 h 18288"/>
                      <a:gd name="connsiteX26" fmla="*/ 0 w 7818120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818120" h="18288" fill="none" extrusionOk="0">
                        <a:moveTo>
                          <a:pt x="0" y="0"/>
                        </a:moveTo>
                        <a:cubicBezTo>
                          <a:pt x="121520" y="-12182"/>
                          <a:pt x="211324" y="18247"/>
                          <a:pt x="416966" y="0"/>
                        </a:cubicBezTo>
                        <a:cubicBezTo>
                          <a:pt x="622608" y="-18247"/>
                          <a:pt x="891241" y="-13744"/>
                          <a:pt x="1146658" y="0"/>
                        </a:cubicBezTo>
                        <a:cubicBezTo>
                          <a:pt x="1402075" y="13744"/>
                          <a:pt x="1378880" y="-8543"/>
                          <a:pt x="1563624" y="0"/>
                        </a:cubicBezTo>
                        <a:cubicBezTo>
                          <a:pt x="1748368" y="8543"/>
                          <a:pt x="1972300" y="7443"/>
                          <a:pt x="2136953" y="0"/>
                        </a:cubicBezTo>
                        <a:cubicBezTo>
                          <a:pt x="2301606" y="-7443"/>
                          <a:pt x="2679634" y="12382"/>
                          <a:pt x="2944825" y="0"/>
                        </a:cubicBezTo>
                        <a:cubicBezTo>
                          <a:pt x="3210016" y="-12382"/>
                          <a:pt x="3409232" y="17967"/>
                          <a:pt x="3596335" y="0"/>
                        </a:cubicBezTo>
                        <a:cubicBezTo>
                          <a:pt x="3783438" y="-17967"/>
                          <a:pt x="4002523" y="-28578"/>
                          <a:pt x="4326026" y="0"/>
                        </a:cubicBezTo>
                        <a:cubicBezTo>
                          <a:pt x="4649529" y="28578"/>
                          <a:pt x="4777384" y="-3624"/>
                          <a:pt x="4899355" y="0"/>
                        </a:cubicBezTo>
                        <a:cubicBezTo>
                          <a:pt x="5021326" y="3624"/>
                          <a:pt x="5317653" y="1281"/>
                          <a:pt x="5550865" y="0"/>
                        </a:cubicBezTo>
                        <a:cubicBezTo>
                          <a:pt x="5784077" y="-1281"/>
                          <a:pt x="6142956" y="-39637"/>
                          <a:pt x="6358738" y="0"/>
                        </a:cubicBezTo>
                        <a:cubicBezTo>
                          <a:pt x="6574520" y="39637"/>
                          <a:pt x="6724785" y="-4460"/>
                          <a:pt x="6853885" y="0"/>
                        </a:cubicBezTo>
                        <a:cubicBezTo>
                          <a:pt x="6982985" y="4460"/>
                          <a:pt x="7403044" y="-1955"/>
                          <a:pt x="7818120" y="0"/>
                        </a:cubicBezTo>
                        <a:cubicBezTo>
                          <a:pt x="7817988" y="7702"/>
                          <a:pt x="7817908" y="13511"/>
                          <a:pt x="7818120" y="18288"/>
                        </a:cubicBezTo>
                        <a:cubicBezTo>
                          <a:pt x="7698847" y="-3267"/>
                          <a:pt x="7390924" y="22979"/>
                          <a:pt x="7244791" y="18288"/>
                        </a:cubicBezTo>
                        <a:cubicBezTo>
                          <a:pt x="7098658" y="13597"/>
                          <a:pt x="6952735" y="29357"/>
                          <a:pt x="6827825" y="18288"/>
                        </a:cubicBezTo>
                        <a:cubicBezTo>
                          <a:pt x="6702915" y="7219"/>
                          <a:pt x="6338661" y="34530"/>
                          <a:pt x="6176315" y="18288"/>
                        </a:cubicBezTo>
                        <a:cubicBezTo>
                          <a:pt x="6013969" y="2047"/>
                          <a:pt x="5850602" y="6362"/>
                          <a:pt x="5681167" y="18288"/>
                        </a:cubicBezTo>
                        <a:cubicBezTo>
                          <a:pt x="5511732" y="30214"/>
                          <a:pt x="5312143" y="419"/>
                          <a:pt x="5029657" y="18288"/>
                        </a:cubicBezTo>
                        <a:cubicBezTo>
                          <a:pt x="4747171" y="36158"/>
                          <a:pt x="4655062" y="30740"/>
                          <a:pt x="4378147" y="18288"/>
                        </a:cubicBezTo>
                        <a:cubicBezTo>
                          <a:pt x="4101232" y="5837"/>
                          <a:pt x="4037646" y="44706"/>
                          <a:pt x="3726637" y="18288"/>
                        </a:cubicBezTo>
                        <a:cubicBezTo>
                          <a:pt x="3415628" y="-8130"/>
                          <a:pt x="3321756" y="45507"/>
                          <a:pt x="3075127" y="18288"/>
                        </a:cubicBezTo>
                        <a:cubicBezTo>
                          <a:pt x="2828498" y="-8931"/>
                          <a:pt x="2684733" y="14853"/>
                          <a:pt x="2501798" y="18288"/>
                        </a:cubicBezTo>
                        <a:cubicBezTo>
                          <a:pt x="2318863" y="21723"/>
                          <a:pt x="2121844" y="-13013"/>
                          <a:pt x="1772107" y="18288"/>
                        </a:cubicBezTo>
                        <a:cubicBezTo>
                          <a:pt x="1422370" y="49589"/>
                          <a:pt x="1431548" y="31666"/>
                          <a:pt x="1120597" y="18288"/>
                        </a:cubicBezTo>
                        <a:cubicBezTo>
                          <a:pt x="809646" y="4911"/>
                          <a:pt x="246393" y="5624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7818120" h="18288" stroke="0" extrusionOk="0">
                        <a:moveTo>
                          <a:pt x="0" y="0"/>
                        </a:moveTo>
                        <a:cubicBezTo>
                          <a:pt x="177487" y="-4302"/>
                          <a:pt x="287499" y="4997"/>
                          <a:pt x="573329" y="0"/>
                        </a:cubicBezTo>
                        <a:cubicBezTo>
                          <a:pt x="859159" y="-4997"/>
                          <a:pt x="821965" y="-336"/>
                          <a:pt x="990295" y="0"/>
                        </a:cubicBezTo>
                        <a:cubicBezTo>
                          <a:pt x="1158625" y="336"/>
                          <a:pt x="1587918" y="-4681"/>
                          <a:pt x="1798168" y="0"/>
                        </a:cubicBezTo>
                        <a:cubicBezTo>
                          <a:pt x="2008418" y="4681"/>
                          <a:pt x="2088841" y="-2754"/>
                          <a:pt x="2371496" y="0"/>
                        </a:cubicBezTo>
                        <a:cubicBezTo>
                          <a:pt x="2654151" y="2754"/>
                          <a:pt x="2701462" y="-24976"/>
                          <a:pt x="2944825" y="0"/>
                        </a:cubicBezTo>
                        <a:cubicBezTo>
                          <a:pt x="3188188" y="24976"/>
                          <a:pt x="3511636" y="25407"/>
                          <a:pt x="3752698" y="0"/>
                        </a:cubicBezTo>
                        <a:cubicBezTo>
                          <a:pt x="3993760" y="-25407"/>
                          <a:pt x="4107153" y="6432"/>
                          <a:pt x="4247845" y="0"/>
                        </a:cubicBezTo>
                        <a:cubicBezTo>
                          <a:pt x="4388537" y="-6432"/>
                          <a:pt x="4835598" y="-5108"/>
                          <a:pt x="5055718" y="0"/>
                        </a:cubicBezTo>
                        <a:cubicBezTo>
                          <a:pt x="5275838" y="5108"/>
                          <a:pt x="5461006" y="-24536"/>
                          <a:pt x="5863590" y="0"/>
                        </a:cubicBezTo>
                        <a:cubicBezTo>
                          <a:pt x="6266174" y="24536"/>
                          <a:pt x="6355549" y="-19657"/>
                          <a:pt x="6515100" y="0"/>
                        </a:cubicBezTo>
                        <a:cubicBezTo>
                          <a:pt x="6674651" y="19657"/>
                          <a:pt x="7275423" y="-57462"/>
                          <a:pt x="7818120" y="0"/>
                        </a:cubicBezTo>
                        <a:cubicBezTo>
                          <a:pt x="7818132" y="8833"/>
                          <a:pt x="7818660" y="9830"/>
                          <a:pt x="7818120" y="18288"/>
                        </a:cubicBezTo>
                        <a:cubicBezTo>
                          <a:pt x="7610240" y="4606"/>
                          <a:pt x="7521789" y="7721"/>
                          <a:pt x="7401154" y="18288"/>
                        </a:cubicBezTo>
                        <a:cubicBezTo>
                          <a:pt x="7280519" y="28855"/>
                          <a:pt x="6930719" y="4225"/>
                          <a:pt x="6593281" y="18288"/>
                        </a:cubicBezTo>
                        <a:cubicBezTo>
                          <a:pt x="6255843" y="32351"/>
                          <a:pt x="6286682" y="1162"/>
                          <a:pt x="6098134" y="18288"/>
                        </a:cubicBezTo>
                        <a:cubicBezTo>
                          <a:pt x="5909586" y="35414"/>
                          <a:pt x="5602789" y="48596"/>
                          <a:pt x="5446624" y="18288"/>
                        </a:cubicBezTo>
                        <a:cubicBezTo>
                          <a:pt x="5290459" y="-12020"/>
                          <a:pt x="4917039" y="21960"/>
                          <a:pt x="4638751" y="18288"/>
                        </a:cubicBezTo>
                        <a:cubicBezTo>
                          <a:pt x="4360463" y="14616"/>
                          <a:pt x="4304690" y="5450"/>
                          <a:pt x="3987241" y="18288"/>
                        </a:cubicBezTo>
                        <a:cubicBezTo>
                          <a:pt x="3669792" y="31127"/>
                          <a:pt x="3758742" y="32551"/>
                          <a:pt x="3570275" y="18288"/>
                        </a:cubicBezTo>
                        <a:cubicBezTo>
                          <a:pt x="3381808" y="4025"/>
                          <a:pt x="3267153" y="36200"/>
                          <a:pt x="3075127" y="18288"/>
                        </a:cubicBezTo>
                        <a:cubicBezTo>
                          <a:pt x="2883101" y="376"/>
                          <a:pt x="2665825" y="10973"/>
                          <a:pt x="2267255" y="18288"/>
                        </a:cubicBezTo>
                        <a:cubicBezTo>
                          <a:pt x="1868685" y="25603"/>
                          <a:pt x="1884698" y="28410"/>
                          <a:pt x="1615745" y="18288"/>
                        </a:cubicBezTo>
                        <a:cubicBezTo>
                          <a:pt x="1346792" y="8167"/>
                          <a:pt x="1320952" y="10430"/>
                          <a:pt x="1120597" y="18288"/>
                        </a:cubicBezTo>
                        <a:cubicBezTo>
                          <a:pt x="920242" y="26146"/>
                          <a:pt x="556507" y="50790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D55DB2-2EFD-68AD-3EE9-C8A9A0E93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017885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21000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2420888"/>
            <a:ext cx="6984776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48112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FFFFFF"/>
                </a:solidFill>
              </a:rPr>
              <a:t>Recap .....Numbers for LSUs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B6E96A-0195-0C67-F636-A7A9A2A80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15432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3900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>
                <a:solidFill>
                  <a:srgbClr val="FFFFFF"/>
                </a:solidFill>
              </a:rPr>
              <a:t>Hello Interval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76A907-D303-C5DE-B9CE-B0E31269A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45288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46627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GB" sz="4700" b="1">
                <a:solidFill>
                  <a:srgbClr val="FFFFFF"/>
                </a:solidFill>
              </a:rPr>
              <a:t>Dead Interval</a:t>
            </a:r>
            <a:endParaRPr lang="en-GB" sz="4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0CF0C2-70B5-E8E2-4BE9-08CF681BF3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21253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07971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IE" sz="4700">
                <a:solidFill>
                  <a:srgbClr val="FFFFFF"/>
                </a:solidFill>
              </a:rPr>
              <a:t>OSPF States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B644AA-8C05-CFC3-D687-197D917E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92256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725" y="1600200"/>
            <a:ext cx="59505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531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>
                <a:solidFill>
                  <a:srgbClr val="FFFFFF"/>
                </a:solidFill>
              </a:rPr>
              <a:t>Recap….OSPF Steps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C41DB4-0EDE-35B6-502C-995B94DDC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78504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4494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>
                <a:solidFill>
                  <a:srgbClr val="FFFFFF"/>
                </a:solidFill>
              </a:rPr>
              <a:t>Useful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C44043-95E6-2435-4E34-78B333F53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04915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362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2715</Words>
  <Application>Microsoft Office PowerPoint</Application>
  <PresentationFormat>On-screen Show (4:3)</PresentationFormat>
  <Paragraphs>309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Calibri</vt:lpstr>
      <vt:lpstr>Office Theme</vt:lpstr>
      <vt:lpstr>OSPF</vt:lpstr>
      <vt:lpstr>OSPF</vt:lpstr>
      <vt:lpstr>PowerPoint Presentation</vt:lpstr>
      <vt:lpstr>Administrative distance</vt:lpstr>
      <vt:lpstr>Why have AD??</vt:lpstr>
      <vt:lpstr>PowerPoint Presentation</vt:lpstr>
      <vt:lpstr>Different ADs</vt:lpstr>
      <vt:lpstr>Routing Table</vt:lpstr>
      <vt:lpstr>Convergence</vt:lpstr>
      <vt:lpstr>OSPF Features</vt:lpstr>
      <vt:lpstr>3 Components</vt:lpstr>
      <vt:lpstr>So, the 3 main components</vt:lpstr>
      <vt:lpstr>3 Data Structures </vt:lpstr>
      <vt:lpstr>3</vt:lpstr>
      <vt:lpstr>Routing Protocol Messages </vt:lpstr>
      <vt:lpstr>Why all these packets??</vt:lpstr>
      <vt:lpstr>Algorithm </vt:lpstr>
      <vt:lpstr>I am at the top of the tree!</vt:lpstr>
      <vt:lpstr>Need fast Convergence</vt:lpstr>
      <vt:lpstr>OSPF Steps to Convergence</vt:lpstr>
      <vt:lpstr>Are you OSPF????</vt:lpstr>
      <vt:lpstr>PowerPoint Presentation</vt:lpstr>
      <vt:lpstr>Exchange Link-State Advertisements</vt:lpstr>
      <vt:lpstr>Flood system with LSAs</vt:lpstr>
      <vt:lpstr>Build the Topology Table</vt:lpstr>
      <vt:lpstr>PowerPoint Presentation</vt:lpstr>
      <vt:lpstr>Execute the SPF Algorithm</vt:lpstr>
      <vt:lpstr>PowerPoint Presentation</vt:lpstr>
      <vt:lpstr>Best Path Entered </vt:lpstr>
      <vt:lpstr>PowerPoint Presentation</vt:lpstr>
      <vt:lpstr>LSDB</vt:lpstr>
      <vt:lpstr>Areas</vt:lpstr>
      <vt:lpstr>PowerPoint Presentation</vt:lpstr>
      <vt:lpstr>Why Multi-area?</vt:lpstr>
      <vt:lpstr>Why Multi-area?</vt:lpstr>
      <vt:lpstr>Configuring OSPF</vt:lpstr>
      <vt:lpstr>PowerPoint Presentation</vt:lpstr>
      <vt:lpstr>PowerPoint Presentation</vt:lpstr>
      <vt:lpstr>Cost….Metric</vt:lpstr>
      <vt:lpstr>Cost</vt:lpstr>
      <vt:lpstr>Cost</vt:lpstr>
      <vt:lpstr>OSPF cost</vt:lpstr>
      <vt:lpstr>Reference bandwidth = 100,000,000 </vt:lpstr>
      <vt:lpstr>Reference bandwidth changes….</vt:lpstr>
      <vt:lpstr>Cost can only be a Natural Number</vt:lpstr>
      <vt:lpstr>PowerPoint Presentation</vt:lpstr>
      <vt:lpstr>PowerPoint Presentation</vt:lpstr>
      <vt:lpstr>Cost</vt:lpstr>
      <vt:lpstr>PowerPoint Presentation</vt:lpstr>
      <vt:lpstr>PowerPoint Presentation</vt:lpstr>
      <vt:lpstr>PowerPoint Presentation</vt:lpstr>
      <vt:lpstr>PowerPoint Presentation</vt:lpstr>
      <vt:lpstr>Passive Interfaces</vt:lpstr>
      <vt:lpstr>Passive Interface</vt:lpstr>
      <vt:lpstr>PowerPoint Presentation</vt:lpstr>
      <vt:lpstr>Why use passive?</vt:lpstr>
      <vt:lpstr>PowerPoint Presentation</vt:lpstr>
      <vt:lpstr>Router can be either.....</vt:lpstr>
      <vt:lpstr>Router Priority</vt:lpstr>
      <vt:lpstr>Router IDs</vt:lpstr>
      <vt:lpstr>Why is a DR and BDR election necessary? </vt:lpstr>
      <vt:lpstr>Creation of multiple adjacencies</vt:lpstr>
      <vt:lpstr>Extensive flooding of LSAs</vt:lpstr>
      <vt:lpstr>PowerPoint Presentation</vt:lpstr>
      <vt:lpstr>Calculate the number of Adjacencies</vt:lpstr>
      <vt:lpstr>More Routers ……</vt:lpstr>
      <vt:lpstr>DR: Designated Router</vt:lpstr>
      <vt:lpstr>BDR :Back up DR</vt:lpstr>
      <vt:lpstr>Router ID in the AS</vt:lpstr>
      <vt:lpstr>First </vt:lpstr>
      <vt:lpstr>Second </vt:lpstr>
      <vt:lpstr>Third</vt:lpstr>
      <vt:lpstr>PowerPoint Presentation</vt:lpstr>
      <vt:lpstr>RID by router-id command</vt:lpstr>
      <vt:lpstr>PowerPoint Presentation</vt:lpstr>
      <vt:lpstr>What is a loopback address?</vt:lpstr>
      <vt:lpstr>RID by loopback</vt:lpstr>
      <vt:lpstr>No RID or loopbacks..then</vt:lpstr>
      <vt:lpstr>Therefore….</vt:lpstr>
      <vt:lpstr>PowerPoint Presentation</vt:lpstr>
      <vt:lpstr>OSPF Messages</vt:lpstr>
      <vt:lpstr>PowerPoint Presentation</vt:lpstr>
      <vt:lpstr>LSU’s</vt:lpstr>
      <vt:lpstr>HELLO</vt:lpstr>
      <vt:lpstr> Hello packets are used to: </vt:lpstr>
      <vt:lpstr>PowerPoint Presentation</vt:lpstr>
      <vt:lpstr>Recap .....Numbers for LSUs</vt:lpstr>
      <vt:lpstr>Hello Interval</vt:lpstr>
      <vt:lpstr>Dead Interval</vt:lpstr>
      <vt:lpstr>OSPF States</vt:lpstr>
      <vt:lpstr>PowerPoint Presentation</vt:lpstr>
      <vt:lpstr>Recap….OSPF Steps </vt:lpstr>
      <vt:lpstr>Useful commands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OSPF</dc:title>
  <dc:creator>Eamonn Corry</dc:creator>
  <cp:lastModifiedBy>Eamon Magee</cp:lastModifiedBy>
  <cp:revision>119</cp:revision>
  <dcterms:created xsi:type="dcterms:W3CDTF">2014-03-30T17:03:31Z</dcterms:created>
  <dcterms:modified xsi:type="dcterms:W3CDTF">2024-11-04T18:19:56Z</dcterms:modified>
</cp:coreProperties>
</file>